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796ebedc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796ebedc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3220676d5_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d3220676d5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d3220676d5_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d3220676d5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3220676d5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d3220676d5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3220676d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d3220676d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3220676d5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d3220676d5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3220676d5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d3220676d5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3220676d5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d3220676d5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94450" y="2571750"/>
            <a:ext cx="9308100" cy="258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03225" y="2571750"/>
            <a:ext cx="8940900" cy="2481600"/>
            <a:chOff x="103225" y="2571750"/>
            <a:chExt cx="8940900" cy="2481600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103225" y="2571750"/>
              <a:ext cx="0" cy="2481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9044125" y="2571750"/>
              <a:ext cx="0" cy="2481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103225" y="5053350"/>
              <a:ext cx="8940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" name="Google Shape;15;p2"/>
          <p:cNvSpPr txBox="1"/>
          <p:nvPr/>
        </p:nvSpPr>
        <p:spPr>
          <a:xfrm>
            <a:off x="4697175" y="1320225"/>
            <a:ext cx="36168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5911825" y="2977800"/>
            <a:ext cx="24021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2194775" y="1457250"/>
            <a:ext cx="4754400" cy="22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2364775" y="3681600"/>
            <a:ext cx="4417800" cy="3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3740500" y="1865638"/>
            <a:ext cx="54732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3"/>
          <p:cNvCxnSpPr/>
          <p:nvPr/>
        </p:nvCxnSpPr>
        <p:spPr>
          <a:xfrm>
            <a:off x="9042625" y="1877800"/>
            <a:ext cx="2400" cy="111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" name="Google Shape;23;p3"/>
          <p:cNvSpPr txBox="1"/>
          <p:nvPr>
            <p:ph hasCustomPrompt="1" type="title"/>
          </p:nvPr>
        </p:nvSpPr>
        <p:spPr>
          <a:xfrm>
            <a:off x="2052200" y="2001425"/>
            <a:ext cx="16632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2" type="title"/>
          </p:nvPr>
        </p:nvSpPr>
        <p:spPr>
          <a:xfrm>
            <a:off x="4454300" y="1753298"/>
            <a:ext cx="43215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b="1"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4468205" y="3131645"/>
            <a:ext cx="3834000" cy="6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621575" y="1228437"/>
            <a:ext cx="7878300" cy="3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3189572" y="-61450"/>
            <a:ext cx="6166500" cy="52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233850" y="1794300"/>
            <a:ext cx="2782800" cy="15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4153278" y="3146801"/>
            <a:ext cx="1837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2" type="subTitle"/>
          </p:nvPr>
        </p:nvSpPr>
        <p:spPr>
          <a:xfrm>
            <a:off x="3906378" y="3458361"/>
            <a:ext cx="20847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3" type="subTitle"/>
          </p:nvPr>
        </p:nvSpPr>
        <p:spPr>
          <a:xfrm>
            <a:off x="6374237" y="580394"/>
            <a:ext cx="19200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4" type="subTitle"/>
          </p:nvPr>
        </p:nvSpPr>
        <p:spPr>
          <a:xfrm>
            <a:off x="6374239" y="883466"/>
            <a:ext cx="2082300" cy="11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6391950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4863950" y="2269650"/>
            <a:ext cx="35667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4863950" y="1696950"/>
            <a:ext cx="38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-152400" y="2736075"/>
            <a:ext cx="5080800" cy="213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8"/>
          <p:cNvCxnSpPr/>
          <p:nvPr/>
        </p:nvCxnSpPr>
        <p:spPr>
          <a:xfrm>
            <a:off x="101775" y="2736075"/>
            <a:ext cx="0" cy="21414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8"/>
          <p:cNvSpPr txBox="1"/>
          <p:nvPr>
            <p:ph idx="1" type="subTitle"/>
          </p:nvPr>
        </p:nvSpPr>
        <p:spPr>
          <a:xfrm>
            <a:off x="2540075" y="4178025"/>
            <a:ext cx="2093100" cy="4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2" type="subTitle"/>
          </p:nvPr>
        </p:nvSpPr>
        <p:spPr>
          <a:xfrm>
            <a:off x="713225" y="2984199"/>
            <a:ext cx="38586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-88225" y="840450"/>
            <a:ext cx="41982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103800" y="840825"/>
            <a:ext cx="0" cy="113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4572000" y="799950"/>
            <a:ext cx="3566700" cy="11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type="title"/>
          </p:nvPr>
        </p:nvSpPr>
        <p:spPr>
          <a:xfrm>
            <a:off x="713225" y="1041931"/>
            <a:ext cx="383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2285942" y="316339"/>
            <a:ext cx="4972800" cy="152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/>
          <p:nvPr/>
        </p:nvSpPr>
        <p:spPr>
          <a:xfrm>
            <a:off x="-116125" y="2561775"/>
            <a:ext cx="9281100" cy="141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2061788" y="723875"/>
            <a:ext cx="5019000" cy="185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2" type="title"/>
          </p:nvPr>
        </p:nvSpPr>
        <p:spPr>
          <a:xfrm>
            <a:off x="2485555" y="2871475"/>
            <a:ext cx="41676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5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13"/>
          <p:cNvCxnSpPr/>
          <p:nvPr/>
        </p:nvCxnSpPr>
        <p:spPr>
          <a:xfrm>
            <a:off x="107975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/>
          <p:nvPr/>
        </p:nvCxnSpPr>
        <p:spPr>
          <a:xfrm>
            <a:off x="9040374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 txBox="1"/>
          <p:nvPr>
            <p:ph type="title"/>
          </p:nvPr>
        </p:nvSpPr>
        <p:spPr>
          <a:xfrm>
            <a:off x="625275" y="374693"/>
            <a:ext cx="38520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2" type="title"/>
          </p:nvPr>
        </p:nvSpPr>
        <p:spPr>
          <a:xfrm>
            <a:off x="2042990" y="1354938"/>
            <a:ext cx="9660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1588790" y="1916625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3" type="subTitle"/>
          </p:nvPr>
        </p:nvSpPr>
        <p:spPr>
          <a:xfrm>
            <a:off x="1465040" y="2195840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4" name="Google Shape;74;p13"/>
          <p:cNvSpPr txBox="1"/>
          <p:nvPr>
            <p:ph hasCustomPrompt="1" idx="4" type="title"/>
          </p:nvPr>
        </p:nvSpPr>
        <p:spPr>
          <a:xfrm>
            <a:off x="4542225" y="1354938"/>
            <a:ext cx="9660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5" type="subTitle"/>
          </p:nvPr>
        </p:nvSpPr>
        <p:spPr>
          <a:xfrm>
            <a:off x="4088025" y="1908702"/>
            <a:ext cx="18744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6" type="subTitle"/>
          </p:nvPr>
        </p:nvSpPr>
        <p:spPr>
          <a:xfrm>
            <a:off x="3852975" y="2195840"/>
            <a:ext cx="23445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7" type="title"/>
          </p:nvPr>
        </p:nvSpPr>
        <p:spPr>
          <a:xfrm>
            <a:off x="6994306" y="1354938"/>
            <a:ext cx="9660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idx="8" type="subTitle"/>
          </p:nvPr>
        </p:nvSpPr>
        <p:spPr>
          <a:xfrm>
            <a:off x="6541456" y="1908693"/>
            <a:ext cx="18717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9" type="subTitle"/>
          </p:nvPr>
        </p:nvSpPr>
        <p:spPr>
          <a:xfrm>
            <a:off x="6343756" y="2195840"/>
            <a:ext cx="22671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0" name="Google Shape;80;p13"/>
          <p:cNvSpPr txBox="1"/>
          <p:nvPr>
            <p:ph hasCustomPrompt="1" idx="13" type="title"/>
          </p:nvPr>
        </p:nvSpPr>
        <p:spPr>
          <a:xfrm>
            <a:off x="2042990" y="3241327"/>
            <a:ext cx="966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idx="14" type="subTitle"/>
          </p:nvPr>
        </p:nvSpPr>
        <p:spPr>
          <a:xfrm>
            <a:off x="1588790" y="3830925"/>
            <a:ext cx="18744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5" type="subTitle"/>
          </p:nvPr>
        </p:nvSpPr>
        <p:spPr>
          <a:xfrm>
            <a:off x="1465040" y="4089824"/>
            <a:ext cx="2121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16" type="title"/>
          </p:nvPr>
        </p:nvSpPr>
        <p:spPr>
          <a:xfrm>
            <a:off x="4542225" y="3241327"/>
            <a:ext cx="966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idx="17" type="subTitle"/>
          </p:nvPr>
        </p:nvSpPr>
        <p:spPr>
          <a:xfrm>
            <a:off x="4089375" y="3830925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8" type="subTitle"/>
          </p:nvPr>
        </p:nvSpPr>
        <p:spPr>
          <a:xfrm>
            <a:off x="3919575" y="4091377"/>
            <a:ext cx="221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6" name="Google Shape;86;p13"/>
          <p:cNvSpPr txBox="1"/>
          <p:nvPr>
            <p:ph hasCustomPrompt="1" idx="19" type="title"/>
          </p:nvPr>
        </p:nvSpPr>
        <p:spPr>
          <a:xfrm>
            <a:off x="6994306" y="3241327"/>
            <a:ext cx="9660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idx="20" type="subTitle"/>
          </p:nvPr>
        </p:nvSpPr>
        <p:spPr>
          <a:xfrm>
            <a:off x="6541456" y="3830925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21" type="subTitle"/>
          </p:nvPr>
        </p:nvSpPr>
        <p:spPr>
          <a:xfrm>
            <a:off x="6371656" y="4091377"/>
            <a:ext cx="221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150" y="2074046"/>
            <a:ext cx="9144000" cy="101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4"/>
          <p:cNvCxnSpPr/>
          <p:nvPr/>
        </p:nvCxnSpPr>
        <p:spPr>
          <a:xfrm>
            <a:off x="107975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4"/>
          <p:cNvCxnSpPr/>
          <p:nvPr/>
        </p:nvCxnSpPr>
        <p:spPr>
          <a:xfrm>
            <a:off x="9040374" y="2076050"/>
            <a:ext cx="0" cy="101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2646000" y="2214851"/>
            <a:ext cx="38520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hasCustomPrompt="1" idx="2" type="title"/>
          </p:nvPr>
        </p:nvSpPr>
        <p:spPr>
          <a:xfrm>
            <a:off x="2179558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2179558" y="1185101"/>
            <a:ext cx="2340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3" type="subTitle"/>
          </p:nvPr>
        </p:nvSpPr>
        <p:spPr>
          <a:xfrm>
            <a:off x="2179558" y="1480453"/>
            <a:ext cx="2340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98" name="Google Shape;98;p14"/>
          <p:cNvSpPr txBox="1"/>
          <p:nvPr>
            <p:ph hasCustomPrompt="1" idx="4" type="title"/>
          </p:nvPr>
        </p:nvSpPr>
        <p:spPr>
          <a:xfrm>
            <a:off x="4623144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9" name="Google Shape;99;p14"/>
          <p:cNvSpPr txBox="1"/>
          <p:nvPr>
            <p:ph idx="5" type="subTitle"/>
          </p:nvPr>
        </p:nvSpPr>
        <p:spPr>
          <a:xfrm>
            <a:off x="4623144" y="1177178"/>
            <a:ext cx="23409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6" type="subTitle"/>
          </p:nvPr>
        </p:nvSpPr>
        <p:spPr>
          <a:xfrm>
            <a:off x="4621344" y="1480453"/>
            <a:ext cx="23445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hasCustomPrompt="1" idx="7" type="title"/>
          </p:nvPr>
        </p:nvSpPr>
        <p:spPr>
          <a:xfrm>
            <a:off x="2179558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2" name="Google Shape;102;p14"/>
          <p:cNvSpPr txBox="1"/>
          <p:nvPr>
            <p:ph idx="8" type="subTitle"/>
          </p:nvPr>
        </p:nvSpPr>
        <p:spPr>
          <a:xfrm>
            <a:off x="2179558" y="38484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9" type="subTitle"/>
          </p:nvPr>
        </p:nvSpPr>
        <p:spPr>
          <a:xfrm>
            <a:off x="2179558" y="4132855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4" name="Google Shape;104;p14"/>
          <p:cNvSpPr txBox="1"/>
          <p:nvPr>
            <p:ph hasCustomPrompt="1" idx="13" type="title"/>
          </p:nvPr>
        </p:nvSpPr>
        <p:spPr>
          <a:xfrm>
            <a:off x="4623144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/>
          <p:nvPr>
            <p:ph idx="14" type="subTitle"/>
          </p:nvPr>
        </p:nvSpPr>
        <p:spPr>
          <a:xfrm>
            <a:off x="4623144" y="38484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6" name="Google Shape;106;p14"/>
          <p:cNvSpPr txBox="1"/>
          <p:nvPr>
            <p:ph idx="15" type="subTitle"/>
          </p:nvPr>
        </p:nvSpPr>
        <p:spPr>
          <a:xfrm>
            <a:off x="4623144" y="4132855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5905875" y="874075"/>
            <a:ext cx="32757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-72675" y="2002900"/>
            <a:ext cx="4198200" cy="113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>
            <p:ph hasCustomPrompt="1" type="title"/>
          </p:nvPr>
        </p:nvSpPr>
        <p:spPr>
          <a:xfrm>
            <a:off x="4454300" y="961363"/>
            <a:ext cx="16632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/>
          <p:nvPr>
            <p:ph idx="2" type="title"/>
          </p:nvPr>
        </p:nvSpPr>
        <p:spPr>
          <a:xfrm>
            <a:off x="4454300" y="1954962"/>
            <a:ext cx="4321500" cy="12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b="1"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454300" y="3158539"/>
            <a:ext cx="3834000" cy="6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4" name="Google Shape;114;p15"/>
          <p:cNvCxnSpPr/>
          <p:nvPr/>
        </p:nvCxnSpPr>
        <p:spPr>
          <a:xfrm>
            <a:off x="9042625" y="882362"/>
            <a:ext cx="2400" cy="111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5"/>
          <p:cNvCxnSpPr/>
          <p:nvPr/>
        </p:nvCxnSpPr>
        <p:spPr>
          <a:xfrm>
            <a:off x="101785" y="2015050"/>
            <a:ext cx="2400" cy="1112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>
            <p:ph hasCustomPrompt="1" type="title"/>
          </p:nvPr>
        </p:nvSpPr>
        <p:spPr>
          <a:xfrm>
            <a:off x="1067805" y="2016996"/>
            <a:ext cx="16632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p16"/>
          <p:cNvSpPr txBox="1"/>
          <p:nvPr>
            <p:ph idx="2" type="title"/>
          </p:nvPr>
        </p:nvSpPr>
        <p:spPr>
          <a:xfrm>
            <a:off x="2704980" y="1687479"/>
            <a:ext cx="43215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verpass"/>
              <a:buNone/>
              <a:defRPr b="1"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"/>
              <a:buNone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5990546" y="2017000"/>
            <a:ext cx="1936500" cy="11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6"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6270600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6_1"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13225" y="394185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1"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4577950" y="1147025"/>
            <a:ext cx="4587000" cy="283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>
            <p:ph hasCustomPrompt="1" type="title"/>
          </p:nvPr>
        </p:nvSpPr>
        <p:spPr>
          <a:xfrm>
            <a:off x="583481" y="1624250"/>
            <a:ext cx="3858900" cy="185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20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9"/>
          <p:cNvSpPr txBox="1"/>
          <p:nvPr>
            <p:ph idx="2" type="title"/>
          </p:nvPr>
        </p:nvSpPr>
        <p:spPr>
          <a:xfrm>
            <a:off x="5044325" y="1437700"/>
            <a:ext cx="2985000" cy="22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5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MAIN_POINT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4724000" y="2937140"/>
            <a:ext cx="2093100" cy="4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35" name="Google Shape;135;p20"/>
          <p:cNvSpPr txBox="1"/>
          <p:nvPr>
            <p:ph idx="2" type="subTitle"/>
          </p:nvPr>
        </p:nvSpPr>
        <p:spPr>
          <a:xfrm>
            <a:off x="4724000" y="1702013"/>
            <a:ext cx="37158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3180600" y="-56625"/>
            <a:ext cx="2782800" cy="52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>
            <p:ph type="title"/>
          </p:nvPr>
        </p:nvSpPr>
        <p:spPr>
          <a:xfrm>
            <a:off x="3180600" y="294790"/>
            <a:ext cx="2782800" cy="15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1" type="subTitle"/>
          </p:nvPr>
        </p:nvSpPr>
        <p:spPr>
          <a:xfrm>
            <a:off x="945404" y="2847226"/>
            <a:ext cx="1837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2" type="subTitle"/>
          </p:nvPr>
        </p:nvSpPr>
        <p:spPr>
          <a:xfrm>
            <a:off x="698504" y="3158786"/>
            <a:ext cx="20847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3" type="subTitle"/>
          </p:nvPr>
        </p:nvSpPr>
        <p:spPr>
          <a:xfrm>
            <a:off x="6315342" y="2847219"/>
            <a:ext cx="19200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4" type="subTitle"/>
          </p:nvPr>
        </p:nvSpPr>
        <p:spPr>
          <a:xfrm>
            <a:off x="6315342" y="3150291"/>
            <a:ext cx="2082300" cy="11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>
            <p:ph idx="1" type="subTitle"/>
          </p:nvPr>
        </p:nvSpPr>
        <p:spPr>
          <a:xfrm>
            <a:off x="625300" y="1217725"/>
            <a:ext cx="3892200" cy="3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47" name="Google Shape;147;p22"/>
          <p:cNvSpPr txBox="1"/>
          <p:nvPr>
            <p:ph type="title"/>
          </p:nvPr>
        </p:nvSpPr>
        <p:spPr>
          <a:xfrm>
            <a:off x="625300" y="315813"/>
            <a:ext cx="77040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2" type="subTitle"/>
          </p:nvPr>
        </p:nvSpPr>
        <p:spPr>
          <a:xfrm>
            <a:off x="4571998" y="1217725"/>
            <a:ext cx="3804300" cy="339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5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699000" y="428125"/>
            <a:ext cx="77460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2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5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699000" y="428125"/>
            <a:ext cx="77460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2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_1"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699000" y="744746"/>
            <a:ext cx="21150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2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ONLY_3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6"/>
          <p:cNvSpPr/>
          <p:nvPr/>
        </p:nvSpPr>
        <p:spPr>
          <a:xfrm>
            <a:off x="3167950" y="1501134"/>
            <a:ext cx="5967900" cy="213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1" name="Google Shape;161;p26"/>
          <p:cNvSpPr txBox="1"/>
          <p:nvPr>
            <p:ph type="title"/>
          </p:nvPr>
        </p:nvSpPr>
        <p:spPr>
          <a:xfrm>
            <a:off x="540600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1" type="subTitle"/>
          </p:nvPr>
        </p:nvSpPr>
        <p:spPr>
          <a:xfrm>
            <a:off x="4367289" y="2334485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26"/>
          <p:cNvSpPr txBox="1"/>
          <p:nvPr>
            <p:ph idx="2" type="subTitle"/>
          </p:nvPr>
        </p:nvSpPr>
        <p:spPr>
          <a:xfrm>
            <a:off x="3868989" y="2707169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p26"/>
          <p:cNvSpPr txBox="1"/>
          <p:nvPr>
            <p:ph idx="3" type="subTitle"/>
          </p:nvPr>
        </p:nvSpPr>
        <p:spPr>
          <a:xfrm>
            <a:off x="6574025" y="2334485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5" name="Google Shape;165;p26"/>
          <p:cNvSpPr txBox="1"/>
          <p:nvPr>
            <p:ph idx="4" type="subTitle"/>
          </p:nvPr>
        </p:nvSpPr>
        <p:spPr>
          <a:xfrm>
            <a:off x="6075725" y="2707169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ONLY_3_2"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 rot="5400000">
            <a:off x="2171625" y="1555375"/>
            <a:ext cx="5160600" cy="20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27"/>
          <p:cNvGrpSpPr/>
          <p:nvPr/>
        </p:nvGrpSpPr>
        <p:grpSpPr>
          <a:xfrm flipH="1">
            <a:off x="3732313" y="101275"/>
            <a:ext cx="5282613" cy="4935100"/>
            <a:chOff x="101561" y="101275"/>
            <a:chExt cx="4473000" cy="4935100"/>
          </a:xfrm>
        </p:grpSpPr>
        <p:cxnSp>
          <p:nvCxnSpPr>
            <p:cNvPr id="169" name="Google Shape;169;p27"/>
            <p:cNvCxnSpPr/>
            <p:nvPr/>
          </p:nvCxnSpPr>
          <p:spPr>
            <a:xfrm rot="10800000">
              <a:off x="103276" y="3441000"/>
              <a:ext cx="0" cy="1587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27"/>
            <p:cNvCxnSpPr/>
            <p:nvPr/>
          </p:nvCxnSpPr>
          <p:spPr>
            <a:xfrm rot="10800000">
              <a:off x="101561" y="5036375"/>
              <a:ext cx="4473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7"/>
            <p:cNvCxnSpPr/>
            <p:nvPr/>
          </p:nvCxnSpPr>
          <p:spPr>
            <a:xfrm rot="10800000">
              <a:off x="101561" y="101275"/>
              <a:ext cx="4473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27"/>
            <p:cNvCxnSpPr/>
            <p:nvPr/>
          </p:nvCxnSpPr>
          <p:spPr>
            <a:xfrm rot="10800000">
              <a:off x="103284" y="115475"/>
              <a:ext cx="0" cy="174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3" name="Google Shape;173;p2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7"/>
          <p:cNvSpPr txBox="1"/>
          <p:nvPr>
            <p:ph type="title"/>
          </p:nvPr>
        </p:nvSpPr>
        <p:spPr>
          <a:xfrm>
            <a:off x="713225" y="5395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7"/>
          <p:cNvSpPr txBox="1"/>
          <p:nvPr>
            <p:ph idx="1" type="subTitle"/>
          </p:nvPr>
        </p:nvSpPr>
        <p:spPr>
          <a:xfrm>
            <a:off x="3814725" y="539500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2" type="subTitle"/>
          </p:nvPr>
        </p:nvSpPr>
        <p:spPr>
          <a:xfrm>
            <a:off x="3814725" y="91219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3" type="subTitle"/>
          </p:nvPr>
        </p:nvSpPr>
        <p:spPr>
          <a:xfrm>
            <a:off x="3814725" y="2039536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" name="Google Shape;178;p27"/>
          <p:cNvSpPr txBox="1"/>
          <p:nvPr>
            <p:ph idx="4" type="subTitle"/>
          </p:nvPr>
        </p:nvSpPr>
        <p:spPr>
          <a:xfrm>
            <a:off x="3814725" y="2412230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79" name="Google Shape;179;p27"/>
          <p:cNvSpPr txBox="1"/>
          <p:nvPr>
            <p:ph idx="5" type="subTitle"/>
          </p:nvPr>
        </p:nvSpPr>
        <p:spPr>
          <a:xfrm>
            <a:off x="3814725" y="3539400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0" name="Google Shape;180;p27"/>
          <p:cNvSpPr txBox="1"/>
          <p:nvPr>
            <p:ph idx="6" type="subTitle"/>
          </p:nvPr>
        </p:nvSpPr>
        <p:spPr>
          <a:xfrm>
            <a:off x="3814725" y="391209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TITLE_ONLY_3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-25974" y="1501134"/>
            <a:ext cx="5967900" cy="213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28"/>
          <p:cNvSpPr txBox="1"/>
          <p:nvPr>
            <p:ph type="title"/>
          </p:nvPr>
        </p:nvSpPr>
        <p:spPr>
          <a:xfrm>
            <a:off x="6391941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8"/>
          <p:cNvSpPr txBox="1"/>
          <p:nvPr>
            <p:ph idx="1" type="subTitle"/>
          </p:nvPr>
        </p:nvSpPr>
        <p:spPr>
          <a:xfrm>
            <a:off x="1433564" y="2334485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2" type="subTitle"/>
          </p:nvPr>
        </p:nvSpPr>
        <p:spPr>
          <a:xfrm>
            <a:off x="935264" y="270568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3" type="subTitle"/>
          </p:nvPr>
        </p:nvSpPr>
        <p:spPr>
          <a:xfrm>
            <a:off x="3892018" y="2327453"/>
            <a:ext cx="8778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4" type="subTitle"/>
          </p:nvPr>
        </p:nvSpPr>
        <p:spPr>
          <a:xfrm>
            <a:off x="3393718" y="2705684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5">
  <p:cSld name="TITLE_ONLY_3_1_1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/>
          <p:nvPr/>
        </p:nvSpPr>
        <p:spPr>
          <a:xfrm>
            <a:off x="101550" y="109375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/>
          <p:nvPr/>
        </p:nvSpPr>
        <p:spPr>
          <a:xfrm rot="5400000">
            <a:off x="2171625" y="1555375"/>
            <a:ext cx="5160600" cy="20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 txBox="1"/>
          <p:nvPr>
            <p:ph type="title"/>
          </p:nvPr>
        </p:nvSpPr>
        <p:spPr>
          <a:xfrm>
            <a:off x="6391941" y="1898400"/>
            <a:ext cx="21693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1" type="subTitle"/>
          </p:nvPr>
        </p:nvSpPr>
        <p:spPr>
          <a:xfrm>
            <a:off x="3814725" y="537500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4" name="Google Shape;194;p29"/>
          <p:cNvSpPr txBox="1"/>
          <p:nvPr>
            <p:ph idx="2" type="subTitle"/>
          </p:nvPr>
        </p:nvSpPr>
        <p:spPr>
          <a:xfrm>
            <a:off x="3814725" y="908709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3" type="subTitle"/>
          </p:nvPr>
        </p:nvSpPr>
        <p:spPr>
          <a:xfrm>
            <a:off x="3814725" y="2150549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idx="4" type="subTitle"/>
          </p:nvPr>
        </p:nvSpPr>
        <p:spPr>
          <a:xfrm>
            <a:off x="3814725" y="2531948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  <p:sp>
        <p:nvSpPr>
          <p:cNvPr id="197" name="Google Shape;197;p29"/>
          <p:cNvSpPr txBox="1"/>
          <p:nvPr>
            <p:ph idx="5" type="subTitle"/>
          </p:nvPr>
        </p:nvSpPr>
        <p:spPr>
          <a:xfrm>
            <a:off x="3814725" y="3770513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29"/>
          <p:cNvSpPr txBox="1"/>
          <p:nvPr>
            <p:ph idx="6" type="subTitle"/>
          </p:nvPr>
        </p:nvSpPr>
        <p:spPr>
          <a:xfrm>
            <a:off x="3814725" y="4151913"/>
            <a:ext cx="18744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1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>
            <p:ph type="title"/>
          </p:nvPr>
        </p:nvSpPr>
        <p:spPr>
          <a:xfrm>
            <a:off x="625300" y="323675"/>
            <a:ext cx="78054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TITLE_ONLY_1_2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 txBox="1"/>
          <p:nvPr>
            <p:ph type="title"/>
          </p:nvPr>
        </p:nvSpPr>
        <p:spPr>
          <a:xfrm>
            <a:off x="625300" y="323675"/>
            <a:ext cx="78054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TITLE_ONLY_1_1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2"/>
          <p:cNvSpPr txBox="1"/>
          <p:nvPr>
            <p:ph type="title"/>
          </p:nvPr>
        </p:nvSpPr>
        <p:spPr>
          <a:xfrm>
            <a:off x="4876902" y="1200650"/>
            <a:ext cx="31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TITLE_ONLY_1_1_1"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 txBox="1"/>
          <p:nvPr>
            <p:ph type="title"/>
          </p:nvPr>
        </p:nvSpPr>
        <p:spPr>
          <a:xfrm>
            <a:off x="713227" y="310900"/>
            <a:ext cx="31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TITLE_ONLY_1_1_1_1">
    <p:bg>
      <p:bgPr>
        <a:solidFill>
          <a:schemeClr val="dk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4"/>
          <p:cNvSpPr txBox="1"/>
          <p:nvPr>
            <p:ph type="title"/>
          </p:nvPr>
        </p:nvSpPr>
        <p:spPr>
          <a:xfrm>
            <a:off x="713227" y="539500"/>
            <a:ext cx="31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TITLE_ONLY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489900" y="2183550"/>
            <a:ext cx="2270700" cy="7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3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TITLE_ONLY_2_3"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6"/>
          <p:cNvSpPr/>
          <p:nvPr/>
        </p:nvSpPr>
        <p:spPr>
          <a:xfrm>
            <a:off x="0" y="1234075"/>
            <a:ext cx="2906400" cy="267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20" name="Google Shape;220;p36"/>
          <p:cNvCxnSpPr/>
          <p:nvPr/>
        </p:nvCxnSpPr>
        <p:spPr>
          <a:xfrm>
            <a:off x="103800" y="1235275"/>
            <a:ext cx="0" cy="268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36"/>
          <p:cNvSpPr txBox="1"/>
          <p:nvPr>
            <p:ph type="title"/>
          </p:nvPr>
        </p:nvSpPr>
        <p:spPr>
          <a:xfrm>
            <a:off x="713225" y="2183550"/>
            <a:ext cx="2270700" cy="7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TITLE_ONLY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609547" y="378511"/>
            <a:ext cx="3946800" cy="13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" name="Google Shape;224;p3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TITLE_ONLY_2_2_1"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713225" y="353950"/>
            <a:ext cx="7726800" cy="75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3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TITLE_ONLY_2_1">
    <p:bg>
      <p:bgPr>
        <a:solidFill>
          <a:schemeClr val="dk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9"/>
          <p:cNvSpPr txBox="1"/>
          <p:nvPr>
            <p:ph type="title"/>
          </p:nvPr>
        </p:nvSpPr>
        <p:spPr>
          <a:xfrm>
            <a:off x="491400" y="1929600"/>
            <a:ext cx="2267700" cy="12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TITLE_ONLY_2_1_1">
    <p:bg>
      <p:bgPr>
        <a:solidFill>
          <a:schemeClr val="dk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0"/>
          <p:cNvSpPr txBox="1"/>
          <p:nvPr>
            <p:ph type="title"/>
          </p:nvPr>
        </p:nvSpPr>
        <p:spPr>
          <a:xfrm>
            <a:off x="6172200" y="420540"/>
            <a:ext cx="2267700" cy="12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TITLE_ONLY_4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1"/>
          <p:cNvSpPr/>
          <p:nvPr/>
        </p:nvSpPr>
        <p:spPr>
          <a:xfrm>
            <a:off x="2897" y="-49925"/>
            <a:ext cx="9144000" cy="5208300"/>
          </a:xfrm>
          <a:prstGeom prst="rect">
            <a:avLst/>
          </a:prstGeom>
          <a:solidFill>
            <a:schemeClr val="dk1">
              <a:alpha val="648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1"/>
          <p:cNvSpPr/>
          <p:nvPr/>
        </p:nvSpPr>
        <p:spPr>
          <a:xfrm>
            <a:off x="2724150" y="0"/>
            <a:ext cx="3695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38" name="Google Shape;238;p41"/>
          <p:cNvCxnSpPr/>
          <p:nvPr/>
        </p:nvCxnSpPr>
        <p:spPr>
          <a:xfrm>
            <a:off x="2703648" y="106200"/>
            <a:ext cx="381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41"/>
          <p:cNvCxnSpPr/>
          <p:nvPr/>
        </p:nvCxnSpPr>
        <p:spPr>
          <a:xfrm>
            <a:off x="2703648" y="5037300"/>
            <a:ext cx="381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41"/>
          <p:cNvSpPr txBox="1"/>
          <p:nvPr>
            <p:ph type="title"/>
          </p:nvPr>
        </p:nvSpPr>
        <p:spPr>
          <a:xfrm>
            <a:off x="2724150" y="354084"/>
            <a:ext cx="3695700" cy="7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8">
  <p:cSld name="TITLE_ONLY_4_1">
    <p:bg>
      <p:bgPr>
        <a:solidFill>
          <a:schemeClr val="dk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2"/>
          <p:cNvSpPr txBox="1"/>
          <p:nvPr>
            <p:ph type="title"/>
          </p:nvPr>
        </p:nvSpPr>
        <p:spPr>
          <a:xfrm>
            <a:off x="713225" y="682725"/>
            <a:ext cx="2084100" cy="7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4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678626" y="323575"/>
            <a:ext cx="77955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" name="Google Shape;246;p43"/>
          <p:cNvSpPr txBox="1"/>
          <p:nvPr>
            <p:ph idx="1" type="subTitle"/>
          </p:nvPr>
        </p:nvSpPr>
        <p:spPr>
          <a:xfrm>
            <a:off x="1129018" y="1419022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2" type="subTitle"/>
          </p:nvPr>
        </p:nvSpPr>
        <p:spPr>
          <a:xfrm>
            <a:off x="1005268" y="1701365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48" name="Google Shape;248;p43"/>
          <p:cNvSpPr txBox="1"/>
          <p:nvPr>
            <p:ph idx="3" type="subTitle"/>
          </p:nvPr>
        </p:nvSpPr>
        <p:spPr>
          <a:xfrm>
            <a:off x="3549953" y="1414222"/>
            <a:ext cx="18744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4" type="subTitle"/>
          </p:nvPr>
        </p:nvSpPr>
        <p:spPr>
          <a:xfrm>
            <a:off x="3426503" y="17013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0" name="Google Shape;250;p43"/>
          <p:cNvSpPr txBox="1"/>
          <p:nvPr>
            <p:ph idx="5" type="subTitle"/>
          </p:nvPr>
        </p:nvSpPr>
        <p:spPr>
          <a:xfrm>
            <a:off x="6059184" y="1414222"/>
            <a:ext cx="18717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6" type="subTitle"/>
          </p:nvPr>
        </p:nvSpPr>
        <p:spPr>
          <a:xfrm>
            <a:off x="5883984" y="1701365"/>
            <a:ext cx="22221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2" name="Google Shape;252;p43"/>
          <p:cNvSpPr txBox="1"/>
          <p:nvPr>
            <p:ph idx="7" type="subTitle"/>
          </p:nvPr>
        </p:nvSpPr>
        <p:spPr>
          <a:xfrm>
            <a:off x="1129018" y="2684950"/>
            <a:ext cx="18744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3" name="Google Shape;253;p43"/>
          <p:cNvSpPr txBox="1"/>
          <p:nvPr>
            <p:ph idx="8" type="subTitle"/>
          </p:nvPr>
        </p:nvSpPr>
        <p:spPr>
          <a:xfrm>
            <a:off x="1005268" y="2947812"/>
            <a:ext cx="2121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4" name="Google Shape;254;p43"/>
          <p:cNvSpPr txBox="1"/>
          <p:nvPr>
            <p:ph idx="9" type="subTitle"/>
          </p:nvPr>
        </p:nvSpPr>
        <p:spPr>
          <a:xfrm>
            <a:off x="3551303" y="2684950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5" name="Google Shape;255;p43"/>
          <p:cNvSpPr txBox="1"/>
          <p:nvPr>
            <p:ph idx="13" type="subTitle"/>
          </p:nvPr>
        </p:nvSpPr>
        <p:spPr>
          <a:xfrm>
            <a:off x="3426503" y="29493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6" name="Google Shape;256;p43"/>
          <p:cNvSpPr txBox="1"/>
          <p:nvPr>
            <p:ph idx="14" type="subTitle"/>
          </p:nvPr>
        </p:nvSpPr>
        <p:spPr>
          <a:xfrm>
            <a:off x="6059184" y="2684950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15" type="subTitle"/>
          </p:nvPr>
        </p:nvSpPr>
        <p:spPr>
          <a:xfrm>
            <a:off x="5934384" y="29493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58" name="Google Shape;258;p4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4_1"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/>
          <p:nvPr>
            <p:ph type="title"/>
          </p:nvPr>
        </p:nvSpPr>
        <p:spPr>
          <a:xfrm>
            <a:off x="2397750" y="323575"/>
            <a:ext cx="6076500" cy="7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" name="Google Shape;261;p44"/>
          <p:cNvSpPr txBox="1"/>
          <p:nvPr>
            <p:ph idx="1" type="subTitle"/>
          </p:nvPr>
        </p:nvSpPr>
        <p:spPr>
          <a:xfrm>
            <a:off x="3201193" y="1571422"/>
            <a:ext cx="18744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2" name="Google Shape;262;p44"/>
          <p:cNvSpPr txBox="1"/>
          <p:nvPr>
            <p:ph idx="2" type="subTitle"/>
          </p:nvPr>
        </p:nvSpPr>
        <p:spPr>
          <a:xfrm>
            <a:off x="3201193" y="1853765"/>
            <a:ext cx="2121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44"/>
          <p:cNvSpPr txBox="1"/>
          <p:nvPr>
            <p:ph idx="3" type="subTitle"/>
          </p:nvPr>
        </p:nvSpPr>
        <p:spPr>
          <a:xfrm>
            <a:off x="6341184" y="1566622"/>
            <a:ext cx="18744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4" name="Google Shape;264;p44"/>
          <p:cNvSpPr txBox="1"/>
          <p:nvPr>
            <p:ph idx="4" type="subTitle"/>
          </p:nvPr>
        </p:nvSpPr>
        <p:spPr>
          <a:xfrm>
            <a:off x="6341184" y="1853765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44"/>
          <p:cNvSpPr txBox="1"/>
          <p:nvPr>
            <p:ph idx="5" type="subTitle"/>
          </p:nvPr>
        </p:nvSpPr>
        <p:spPr>
          <a:xfrm>
            <a:off x="6341184" y="2665518"/>
            <a:ext cx="18717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6" name="Google Shape;266;p44"/>
          <p:cNvSpPr txBox="1"/>
          <p:nvPr>
            <p:ph idx="6" type="subTitle"/>
          </p:nvPr>
        </p:nvSpPr>
        <p:spPr>
          <a:xfrm>
            <a:off x="6341184" y="2952661"/>
            <a:ext cx="22221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44"/>
          <p:cNvSpPr txBox="1"/>
          <p:nvPr>
            <p:ph idx="7" type="subTitle"/>
          </p:nvPr>
        </p:nvSpPr>
        <p:spPr>
          <a:xfrm>
            <a:off x="3201193" y="2670711"/>
            <a:ext cx="18744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8" name="Google Shape;268;p44"/>
          <p:cNvSpPr txBox="1"/>
          <p:nvPr>
            <p:ph idx="8" type="subTitle"/>
          </p:nvPr>
        </p:nvSpPr>
        <p:spPr>
          <a:xfrm>
            <a:off x="3201193" y="2954334"/>
            <a:ext cx="2121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44"/>
          <p:cNvSpPr txBox="1"/>
          <p:nvPr>
            <p:ph idx="9" type="subTitle"/>
          </p:nvPr>
        </p:nvSpPr>
        <p:spPr>
          <a:xfrm>
            <a:off x="3201193" y="3785607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0" name="Google Shape;270;p44"/>
          <p:cNvSpPr txBox="1"/>
          <p:nvPr>
            <p:ph idx="13" type="subTitle"/>
          </p:nvPr>
        </p:nvSpPr>
        <p:spPr>
          <a:xfrm>
            <a:off x="3201193" y="4070783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44"/>
          <p:cNvSpPr txBox="1"/>
          <p:nvPr>
            <p:ph idx="14" type="subTitle"/>
          </p:nvPr>
        </p:nvSpPr>
        <p:spPr>
          <a:xfrm>
            <a:off x="6341184" y="3787383"/>
            <a:ext cx="1871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2" name="Google Shape;272;p44"/>
          <p:cNvSpPr txBox="1"/>
          <p:nvPr>
            <p:ph idx="15" type="subTitle"/>
          </p:nvPr>
        </p:nvSpPr>
        <p:spPr>
          <a:xfrm>
            <a:off x="6341184" y="4072559"/>
            <a:ext cx="21213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4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/>
          <p:nvPr/>
        </p:nvSpPr>
        <p:spPr>
          <a:xfrm>
            <a:off x="2766683" y="357561"/>
            <a:ext cx="5559600" cy="448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6" name="Google Shape;276;p45"/>
          <p:cNvSpPr txBox="1"/>
          <p:nvPr>
            <p:ph idx="1" type="subTitle"/>
          </p:nvPr>
        </p:nvSpPr>
        <p:spPr>
          <a:xfrm>
            <a:off x="3845043" y="1000523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7" name="Google Shape;277;p45"/>
          <p:cNvSpPr txBox="1"/>
          <p:nvPr>
            <p:ph idx="2" type="subTitle"/>
          </p:nvPr>
        </p:nvSpPr>
        <p:spPr>
          <a:xfrm>
            <a:off x="3845043" y="1263389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45"/>
          <p:cNvSpPr txBox="1"/>
          <p:nvPr>
            <p:ph idx="3" type="subTitle"/>
          </p:nvPr>
        </p:nvSpPr>
        <p:spPr>
          <a:xfrm>
            <a:off x="3845043" y="3088289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9" name="Google Shape;279;p45"/>
          <p:cNvSpPr txBox="1"/>
          <p:nvPr>
            <p:ph idx="4" type="subTitle"/>
          </p:nvPr>
        </p:nvSpPr>
        <p:spPr>
          <a:xfrm>
            <a:off x="6411818" y="1263378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45"/>
          <p:cNvSpPr txBox="1"/>
          <p:nvPr>
            <p:ph idx="5" type="subTitle"/>
          </p:nvPr>
        </p:nvSpPr>
        <p:spPr>
          <a:xfrm>
            <a:off x="6411068" y="999173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1" name="Google Shape;281;p45"/>
          <p:cNvSpPr txBox="1"/>
          <p:nvPr>
            <p:ph idx="6" type="subTitle"/>
          </p:nvPr>
        </p:nvSpPr>
        <p:spPr>
          <a:xfrm>
            <a:off x="3845043" y="3350418"/>
            <a:ext cx="1649400" cy="8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45"/>
          <p:cNvSpPr txBox="1"/>
          <p:nvPr>
            <p:ph idx="7" type="subTitle"/>
          </p:nvPr>
        </p:nvSpPr>
        <p:spPr>
          <a:xfrm>
            <a:off x="6411818" y="3088289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3" name="Google Shape;283;p45"/>
          <p:cNvSpPr txBox="1"/>
          <p:nvPr>
            <p:ph idx="8" type="subTitle"/>
          </p:nvPr>
        </p:nvSpPr>
        <p:spPr>
          <a:xfrm>
            <a:off x="6411818" y="3351760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45"/>
          <p:cNvSpPr txBox="1"/>
          <p:nvPr>
            <p:ph type="title"/>
          </p:nvPr>
        </p:nvSpPr>
        <p:spPr>
          <a:xfrm>
            <a:off x="696450" y="1555800"/>
            <a:ext cx="18576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" name="Google Shape;285;p4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_2">
    <p:bg>
      <p:bgPr>
        <a:solidFill>
          <a:schemeClr val="dk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/>
          <p:nvPr/>
        </p:nvSpPr>
        <p:spPr>
          <a:xfrm>
            <a:off x="4116250" y="2066300"/>
            <a:ext cx="5208900" cy="10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8" name="Google Shape;288;p4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6"/>
          <p:cNvSpPr txBox="1"/>
          <p:nvPr>
            <p:ph idx="1" type="subTitle"/>
          </p:nvPr>
        </p:nvSpPr>
        <p:spPr>
          <a:xfrm>
            <a:off x="1617018" y="695723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0" name="Google Shape;290;p46"/>
          <p:cNvSpPr txBox="1"/>
          <p:nvPr>
            <p:ph idx="2" type="subTitle"/>
          </p:nvPr>
        </p:nvSpPr>
        <p:spPr>
          <a:xfrm>
            <a:off x="1617018" y="958589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46"/>
          <p:cNvSpPr txBox="1"/>
          <p:nvPr>
            <p:ph idx="3" type="subTitle"/>
          </p:nvPr>
        </p:nvSpPr>
        <p:spPr>
          <a:xfrm>
            <a:off x="1617018" y="3393089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46"/>
          <p:cNvSpPr txBox="1"/>
          <p:nvPr>
            <p:ph idx="4" type="subTitle"/>
          </p:nvPr>
        </p:nvSpPr>
        <p:spPr>
          <a:xfrm>
            <a:off x="1617018" y="3655218"/>
            <a:ext cx="1649400" cy="8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46"/>
          <p:cNvSpPr txBox="1"/>
          <p:nvPr>
            <p:ph idx="5" type="subTitle"/>
          </p:nvPr>
        </p:nvSpPr>
        <p:spPr>
          <a:xfrm>
            <a:off x="1617018" y="2047268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4" name="Google Shape;294;p46"/>
          <p:cNvSpPr txBox="1"/>
          <p:nvPr>
            <p:ph idx="6" type="subTitle"/>
          </p:nvPr>
        </p:nvSpPr>
        <p:spPr>
          <a:xfrm>
            <a:off x="1617018" y="2310740"/>
            <a:ext cx="1645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46"/>
          <p:cNvSpPr txBox="1"/>
          <p:nvPr>
            <p:ph type="title"/>
          </p:nvPr>
        </p:nvSpPr>
        <p:spPr>
          <a:xfrm>
            <a:off x="4571475" y="2238025"/>
            <a:ext cx="38685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7"/>
          <p:cNvSpPr txBox="1"/>
          <p:nvPr>
            <p:ph idx="1" type="subTitle"/>
          </p:nvPr>
        </p:nvSpPr>
        <p:spPr>
          <a:xfrm>
            <a:off x="4800600" y="740624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9" name="Google Shape;299;p47"/>
          <p:cNvSpPr txBox="1"/>
          <p:nvPr>
            <p:ph idx="2" type="subTitle"/>
          </p:nvPr>
        </p:nvSpPr>
        <p:spPr>
          <a:xfrm>
            <a:off x="4800600" y="1098397"/>
            <a:ext cx="34050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0" name="Google Shape;300;p47"/>
          <p:cNvSpPr txBox="1"/>
          <p:nvPr>
            <p:ph idx="3" type="subTitle"/>
          </p:nvPr>
        </p:nvSpPr>
        <p:spPr>
          <a:xfrm>
            <a:off x="4800600" y="3611735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1" name="Google Shape;301;p47"/>
          <p:cNvSpPr txBox="1"/>
          <p:nvPr>
            <p:ph idx="4" type="subTitle"/>
          </p:nvPr>
        </p:nvSpPr>
        <p:spPr>
          <a:xfrm>
            <a:off x="4800600" y="2060915"/>
            <a:ext cx="3401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2" name="Google Shape;302;p47"/>
          <p:cNvSpPr txBox="1"/>
          <p:nvPr>
            <p:ph idx="5" type="subTitle"/>
          </p:nvPr>
        </p:nvSpPr>
        <p:spPr>
          <a:xfrm>
            <a:off x="4800600" y="1698951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3" name="Google Shape;303;p47"/>
          <p:cNvSpPr txBox="1"/>
          <p:nvPr>
            <p:ph idx="6" type="subTitle"/>
          </p:nvPr>
        </p:nvSpPr>
        <p:spPr>
          <a:xfrm>
            <a:off x="4800600" y="3970871"/>
            <a:ext cx="3401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4" name="Google Shape;304;p47"/>
          <p:cNvSpPr txBox="1"/>
          <p:nvPr>
            <p:ph type="title"/>
          </p:nvPr>
        </p:nvSpPr>
        <p:spPr>
          <a:xfrm>
            <a:off x="603150" y="1892800"/>
            <a:ext cx="2044200" cy="119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5" name="Google Shape;305;p47"/>
          <p:cNvSpPr txBox="1"/>
          <p:nvPr>
            <p:ph idx="7" type="subTitle"/>
          </p:nvPr>
        </p:nvSpPr>
        <p:spPr>
          <a:xfrm>
            <a:off x="4800600" y="3020457"/>
            <a:ext cx="3401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6" name="Google Shape;306;p47"/>
          <p:cNvSpPr txBox="1"/>
          <p:nvPr>
            <p:ph idx="8" type="subTitle"/>
          </p:nvPr>
        </p:nvSpPr>
        <p:spPr>
          <a:xfrm>
            <a:off x="4800600" y="2658653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1_1_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8"/>
          <p:cNvSpPr txBox="1"/>
          <p:nvPr>
            <p:ph idx="1" type="subTitle"/>
          </p:nvPr>
        </p:nvSpPr>
        <p:spPr>
          <a:xfrm>
            <a:off x="1440172" y="1904975"/>
            <a:ext cx="14640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0" name="Google Shape;310;p48"/>
          <p:cNvSpPr txBox="1"/>
          <p:nvPr>
            <p:ph idx="2" type="subTitle"/>
          </p:nvPr>
        </p:nvSpPr>
        <p:spPr>
          <a:xfrm>
            <a:off x="713225" y="2262750"/>
            <a:ext cx="2191200" cy="46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48"/>
          <p:cNvSpPr txBox="1"/>
          <p:nvPr>
            <p:ph idx="3" type="subTitle"/>
          </p:nvPr>
        </p:nvSpPr>
        <p:spPr>
          <a:xfrm>
            <a:off x="6220767" y="3388835"/>
            <a:ext cx="1627500" cy="2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2" name="Google Shape;312;p48"/>
          <p:cNvSpPr txBox="1"/>
          <p:nvPr>
            <p:ph idx="4" type="subTitle"/>
          </p:nvPr>
        </p:nvSpPr>
        <p:spPr>
          <a:xfrm>
            <a:off x="6220767" y="2266940"/>
            <a:ext cx="2194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48"/>
          <p:cNvSpPr txBox="1"/>
          <p:nvPr>
            <p:ph idx="5" type="subTitle"/>
          </p:nvPr>
        </p:nvSpPr>
        <p:spPr>
          <a:xfrm>
            <a:off x="6220767" y="1904976"/>
            <a:ext cx="16290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4" name="Google Shape;314;p48"/>
          <p:cNvSpPr txBox="1"/>
          <p:nvPr>
            <p:ph idx="6" type="subTitle"/>
          </p:nvPr>
        </p:nvSpPr>
        <p:spPr>
          <a:xfrm>
            <a:off x="6220767" y="3747971"/>
            <a:ext cx="2194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48"/>
          <p:cNvSpPr txBox="1"/>
          <p:nvPr>
            <p:ph type="title"/>
          </p:nvPr>
        </p:nvSpPr>
        <p:spPr>
          <a:xfrm>
            <a:off x="1928825" y="377276"/>
            <a:ext cx="5286300" cy="7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6" name="Google Shape;316;p48"/>
          <p:cNvSpPr txBox="1"/>
          <p:nvPr>
            <p:ph idx="7" type="subTitle"/>
          </p:nvPr>
        </p:nvSpPr>
        <p:spPr>
          <a:xfrm>
            <a:off x="715348" y="3751475"/>
            <a:ext cx="2188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7" name="Google Shape;317;p48"/>
          <p:cNvSpPr txBox="1"/>
          <p:nvPr>
            <p:ph idx="8" type="subTitle"/>
          </p:nvPr>
        </p:nvSpPr>
        <p:spPr>
          <a:xfrm>
            <a:off x="1438823" y="3389675"/>
            <a:ext cx="1465500" cy="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 2">
  <p:cSld name="CUSTOM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/>
          <p:nvPr/>
        </p:nvSpPr>
        <p:spPr>
          <a:xfrm>
            <a:off x="0" y="2571750"/>
            <a:ext cx="9144000" cy="25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0" name="Google Shape;320;p49"/>
          <p:cNvSpPr txBox="1"/>
          <p:nvPr>
            <p:ph idx="1" type="subTitle"/>
          </p:nvPr>
        </p:nvSpPr>
        <p:spPr>
          <a:xfrm>
            <a:off x="3878479" y="3404434"/>
            <a:ext cx="13806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1" name="Google Shape;321;p49"/>
          <p:cNvSpPr txBox="1"/>
          <p:nvPr>
            <p:ph idx="2" type="subTitle"/>
          </p:nvPr>
        </p:nvSpPr>
        <p:spPr>
          <a:xfrm>
            <a:off x="3718125" y="3707075"/>
            <a:ext cx="1701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49"/>
          <p:cNvSpPr txBox="1"/>
          <p:nvPr>
            <p:ph idx="3" type="subTitle"/>
          </p:nvPr>
        </p:nvSpPr>
        <p:spPr>
          <a:xfrm>
            <a:off x="1160379" y="340443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3" name="Google Shape;323;p49"/>
          <p:cNvSpPr txBox="1"/>
          <p:nvPr>
            <p:ph idx="4" type="subTitle"/>
          </p:nvPr>
        </p:nvSpPr>
        <p:spPr>
          <a:xfrm>
            <a:off x="6443575" y="3707075"/>
            <a:ext cx="1701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49"/>
          <p:cNvSpPr txBox="1"/>
          <p:nvPr>
            <p:ph idx="5" type="subTitle"/>
          </p:nvPr>
        </p:nvSpPr>
        <p:spPr>
          <a:xfrm>
            <a:off x="6607154" y="3403984"/>
            <a:ext cx="13806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5" name="Google Shape;325;p49"/>
          <p:cNvSpPr txBox="1"/>
          <p:nvPr>
            <p:ph idx="6" type="subTitle"/>
          </p:nvPr>
        </p:nvSpPr>
        <p:spPr>
          <a:xfrm>
            <a:off x="999200" y="3707075"/>
            <a:ext cx="17013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9"/>
          <p:cNvSpPr txBox="1"/>
          <p:nvPr>
            <p:ph type="title"/>
          </p:nvPr>
        </p:nvSpPr>
        <p:spPr>
          <a:xfrm>
            <a:off x="1092825" y="316735"/>
            <a:ext cx="69519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7" name="Google Shape;327;p49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49"/>
          <p:cNvGrpSpPr/>
          <p:nvPr/>
        </p:nvGrpSpPr>
        <p:grpSpPr>
          <a:xfrm>
            <a:off x="101550" y="2571913"/>
            <a:ext cx="8941926" cy="2465867"/>
            <a:chOff x="101550" y="4001975"/>
            <a:chExt cx="8941926" cy="1035600"/>
          </a:xfrm>
        </p:grpSpPr>
        <p:cxnSp>
          <p:nvCxnSpPr>
            <p:cNvPr id="329" name="Google Shape;329;p49"/>
            <p:cNvCxnSpPr/>
            <p:nvPr/>
          </p:nvCxnSpPr>
          <p:spPr>
            <a:xfrm>
              <a:off x="102576" y="5037402"/>
              <a:ext cx="8940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49"/>
            <p:cNvCxnSpPr/>
            <p:nvPr/>
          </p:nvCxnSpPr>
          <p:spPr>
            <a:xfrm>
              <a:off x="9042449" y="4001975"/>
              <a:ext cx="0" cy="1035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49"/>
            <p:cNvCxnSpPr/>
            <p:nvPr/>
          </p:nvCxnSpPr>
          <p:spPr>
            <a:xfrm>
              <a:off x="101550" y="4001975"/>
              <a:ext cx="0" cy="10356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 3">
  <p:cSld name="CUSTOM_1_1_1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4371899" y="2231747"/>
            <a:ext cx="13806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4" name="Google Shape;334;p50"/>
          <p:cNvSpPr txBox="1"/>
          <p:nvPr>
            <p:ph idx="2" type="subTitle"/>
          </p:nvPr>
        </p:nvSpPr>
        <p:spPr>
          <a:xfrm>
            <a:off x="4240062" y="2534400"/>
            <a:ext cx="1494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50"/>
          <p:cNvSpPr txBox="1"/>
          <p:nvPr>
            <p:ph idx="3" type="subTitle"/>
          </p:nvPr>
        </p:nvSpPr>
        <p:spPr>
          <a:xfrm>
            <a:off x="6878236" y="983309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6" name="Google Shape;336;p50"/>
          <p:cNvSpPr txBox="1"/>
          <p:nvPr>
            <p:ph idx="4" type="subTitle"/>
          </p:nvPr>
        </p:nvSpPr>
        <p:spPr>
          <a:xfrm>
            <a:off x="6878238" y="3783300"/>
            <a:ext cx="1494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7" name="Google Shape;337;p50"/>
          <p:cNvSpPr txBox="1"/>
          <p:nvPr>
            <p:ph idx="5" type="subTitle"/>
          </p:nvPr>
        </p:nvSpPr>
        <p:spPr>
          <a:xfrm>
            <a:off x="6878236" y="3480209"/>
            <a:ext cx="13806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8" name="Google Shape;338;p50"/>
          <p:cNvSpPr txBox="1"/>
          <p:nvPr>
            <p:ph idx="6" type="subTitle"/>
          </p:nvPr>
        </p:nvSpPr>
        <p:spPr>
          <a:xfrm>
            <a:off x="6878237" y="1285950"/>
            <a:ext cx="1494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9" name="Google Shape;339;p50"/>
          <p:cNvSpPr txBox="1"/>
          <p:nvPr>
            <p:ph type="title"/>
          </p:nvPr>
        </p:nvSpPr>
        <p:spPr>
          <a:xfrm>
            <a:off x="713225" y="316725"/>
            <a:ext cx="2457300" cy="16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0" name="Google Shape;340;p5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5">
  <p:cSld name="CUSTOM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idx="1" type="subTitle"/>
          </p:nvPr>
        </p:nvSpPr>
        <p:spPr>
          <a:xfrm>
            <a:off x="1097425" y="141965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3" name="Google Shape;343;p51"/>
          <p:cNvSpPr txBox="1"/>
          <p:nvPr>
            <p:ph idx="2" type="subTitle"/>
          </p:nvPr>
        </p:nvSpPr>
        <p:spPr>
          <a:xfrm>
            <a:off x="491125" y="1770605"/>
            <a:ext cx="19851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51"/>
          <p:cNvSpPr txBox="1"/>
          <p:nvPr>
            <p:ph idx="3" type="subTitle"/>
          </p:nvPr>
        </p:nvSpPr>
        <p:spPr>
          <a:xfrm>
            <a:off x="1097425" y="266987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5" name="Google Shape;345;p51"/>
          <p:cNvSpPr txBox="1"/>
          <p:nvPr>
            <p:ph idx="4" type="subTitle"/>
          </p:nvPr>
        </p:nvSpPr>
        <p:spPr>
          <a:xfrm>
            <a:off x="492025" y="3022471"/>
            <a:ext cx="1984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p51"/>
          <p:cNvSpPr txBox="1"/>
          <p:nvPr>
            <p:ph idx="5" type="subTitle"/>
          </p:nvPr>
        </p:nvSpPr>
        <p:spPr>
          <a:xfrm>
            <a:off x="6688052" y="141965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7" name="Google Shape;347;p51"/>
          <p:cNvSpPr txBox="1"/>
          <p:nvPr>
            <p:ph idx="6" type="subTitle"/>
          </p:nvPr>
        </p:nvSpPr>
        <p:spPr>
          <a:xfrm>
            <a:off x="6688052" y="1767956"/>
            <a:ext cx="19851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51"/>
          <p:cNvSpPr txBox="1"/>
          <p:nvPr>
            <p:ph idx="7" type="subTitle"/>
          </p:nvPr>
        </p:nvSpPr>
        <p:spPr>
          <a:xfrm>
            <a:off x="6668083" y="2667313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9" name="Google Shape;349;p51"/>
          <p:cNvSpPr txBox="1"/>
          <p:nvPr>
            <p:ph idx="8" type="subTitle"/>
          </p:nvPr>
        </p:nvSpPr>
        <p:spPr>
          <a:xfrm>
            <a:off x="6668083" y="3023302"/>
            <a:ext cx="1984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0" name="Google Shape;350;p51"/>
          <p:cNvSpPr txBox="1"/>
          <p:nvPr>
            <p:ph type="title"/>
          </p:nvPr>
        </p:nvSpPr>
        <p:spPr>
          <a:xfrm>
            <a:off x="2680670" y="442691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1" name="Google Shape;351;p5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6">
  <p:cSld name="CUSTOM_2_3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/>
          <p:nvPr/>
        </p:nvSpPr>
        <p:spPr>
          <a:xfrm rot="-5400000">
            <a:off x="5197775" y="524950"/>
            <a:ext cx="3474300" cy="459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4" name="Google Shape;354;p52"/>
          <p:cNvSpPr txBox="1"/>
          <p:nvPr>
            <p:ph idx="1" type="subTitle"/>
          </p:nvPr>
        </p:nvSpPr>
        <p:spPr>
          <a:xfrm>
            <a:off x="5374550" y="304927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5" name="Google Shape;355;p52"/>
          <p:cNvSpPr txBox="1"/>
          <p:nvPr>
            <p:ph idx="2" type="subTitle"/>
          </p:nvPr>
        </p:nvSpPr>
        <p:spPr>
          <a:xfrm>
            <a:off x="5096250" y="3419674"/>
            <a:ext cx="15363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52"/>
          <p:cNvSpPr txBox="1"/>
          <p:nvPr>
            <p:ph idx="3" type="subTitle"/>
          </p:nvPr>
        </p:nvSpPr>
        <p:spPr>
          <a:xfrm>
            <a:off x="7070388" y="304927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7" name="Google Shape;357;p52"/>
          <p:cNvSpPr txBox="1"/>
          <p:nvPr>
            <p:ph idx="4" type="subTitle"/>
          </p:nvPr>
        </p:nvSpPr>
        <p:spPr>
          <a:xfrm>
            <a:off x="6781652" y="3401875"/>
            <a:ext cx="15363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8" name="Google Shape;358;p52"/>
          <p:cNvSpPr txBox="1"/>
          <p:nvPr>
            <p:ph idx="5" type="subTitle"/>
          </p:nvPr>
        </p:nvSpPr>
        <p:spPr>
          <a:xfrm>
            <a:off x="7085058" y="169443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9" name="Google Shape;359;p52"/>
          <p:cNvSpPr txBox="1"/>
          <p:nvPr>
            <p:ph idx="6" type="subTitle"/>
          </p:nvPr>
        </p:nvSpPr>
        <p:spPr>
          <a:xfrm>
            <a:off x="5096252" y="2064834"/>
            <a:ext cx="15363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0" name="Google Shape;360;p52"/>
          <p:cNvSpPr txBox="1"/>
          <p:nvPr>
            <p:ph idx="7" type="subTitle"/>
          </p:nvPr>
        </p:nvSpPr>
        <p:spPr>
          <a:xfrm>
            <a:off x="5387408" y="169442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1" name="Google Shape;361;p52"/>
          <p:cNvSpPr txBox="1"/>
          <p:nvPr>
            <p:ph idx="8" type="subTitle"/>
          </p:nvPr>
        </p:nvSpPr>
        <p:spPr>
          <a:xfrm>
            <a:off x="6794721" y="2064830"/>
            <a:ext cx="1532100" cy="6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2" name="Google Shape;362;p52"/>
          <p:cNvSpPr txBox="1"/>
          <p:nvPr>
            <p:ph type="title"/>
          </p:nvPr>
        </p:nvSpPr>
        <p:spPr>
          <a:xfrm>
            <a:off x="725525" y="442700"/>
            <a:ext cx="28326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3" name="Google Shape;363;p52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4" name="Google Shape;364;p52"/>
          <p:cNvCxnSpPr/>
          <p:nvPr/>
        </p:nvCxnSpPr>
        <p:spPr>
          <a:xfrm>
            <a:off x="9045300" y="1089550"/>
            <a:ext cx="0" cy="3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7">
  <p:cSld name="CUSTOM_2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/>
          <p:nvPr>
            <p:ph idx="1" type="subTitle"/>
          </p:nvPr>
        </p:nvSpPr>
        <p:spPr>
          <a:xfrm>
            <a:off x="3892017" y="1621113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7" name="Google Shape;367;p53"/>
          <p:cNvSpPr txBox="1"/>
          <p:nvPr>
            <p:ph idx="2" type="subTitle"/>
          </p:nvPr>
        </p:nvSpPr>
        <p:spPr>
          <a:xfrm>
            <a:off x="669289" y="1492789"/>
            <a:ext cx="17631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8" name="Google Shape;368;p53"/>
          <p:cNvSpPr txBox="1"/>
          <p:nvPr>
            <p:ph idx="3" type="subTitle"/>
          </p:nvPr>
        </p:nvSpPr>
        <p:spPr>
          <a:xfrm>
            <a:off x="3882600" y="273982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9" name="Google Shape;369;p53"/>
          <p:cNvSpPr txBox="1"/>
          <p:nvPr>
            <p:ph idx="4" type="subTitle"/>
          </p:nvPr>
        </p:nvSpPr>
        <p:spPr>
          <a:xfrm>
            <a:off x="667489" y="2603622"/>
            <a:ext cx="17649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0" name="Google Shape;370;p53"/>
          <p:cNvSpPr txBox="1"/>
          <p:nvPr>
            <p:ph idx="5" type="subTitle"/>
          </p:nvPr>
        </p:nvSpPr>
        <p:spPr>
          <a:xfrm>
            <a:off x="3892017" y="2179013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1" name="Google Shape;371;p53"/>
          <p:cNvSpPr txBox="1"/>
          <p:nvPr>
            <p:ph idx="6" type="subTitle"/>
          </p:nvPr>
        </p:nvSpPr>
        <p:spPr>
          <a:xfrm>
            <a:off x="6711611" y="2024790"/>
            <a:ext cx="17649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" name="Google Shape;372;p53"/>
          <p:cNvSpPr txBox="1"/>
          <p:nvPr>
            <p:ph idx="7" type="subTitle"/>
          </p:nvPr>
        </p:nvSpPr>
        <p:spPr>
          <a:xfrm>
            <a:off x="3882600" y="329361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3" name="Google Shape;373;p53"/>
          <p:cNvSpPr txBox="1"/>
          <p:nvPr>
            <p:ph idx="8" type="subTitle"/>
          </p:nvPr>
        </p:nvSpPr>
        <p:spPr>
          <a:xfrm>
            <a:off x="6711611" y="3175052"/>
            <a:ext cx="17649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4" name="Google Shape;374;p53"/>
          <p:cNvSpPr txBox="1"/>
          <p:nvPr>
            <p:ph type="title"/>
          </p:nvPr>
        </p:nvSpPr>
        <p:spPr>
          <a:xfrm>
            <a:off x="2654850" y="321157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5" name="Google Shape;375;p53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8">
  <p:cSld name="CUSTOM_2_1_2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/>
          <p:nvPr>
            <p:ph idx="1" type="subTitle"/>
          </p:nvPr>
        </p:nvSpPr>
        <p:spPr>
          <a:xfrm>
            <a:off x="2904335" y="1810511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8" name="Google Shape;378;p54"/>
          <p:cNvSpPr txBox="1"/>
          <p:nvPr>
            <p:ph idx="2" type="subTitle"/>
          </p:nvPr>
        </p:nvSpPr>
        <p:spPr>
          <a:xfrm>
            <a:off x="5913600" y="1684154"/>
            <a:ext cx="2523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54"/>
          <p:cNvSpPr txBox="1"/>
          <p:nvPr>
            <p:ph idx="3" type="subTitle"/>
          </p:nvPr>
        </p:nvSpPr>
        <p:spPr>
          <a:xfrm>
            <a:off x="2904335" y="298504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0" name="Google Shape;380;p54"/>
          <p:cNvSpPr txBox="1"/>
          <p:nvPr>
            <p:ph idx="4" type="subTitle"/>
          </p:nvPr>
        </p:nvSpPr>
        <p:spPr>
          <a:xfrm>
            <a:off x="5913600" y="3452901"/>
            <a:ext cx="25236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" name="Google Shape;381;p54"/>
          <p:cNvSpPr txBox="1"/>
          <p:nvPr>
            <p:ph idx="5" type="subTitle"/>
          </p:nvPr>
        </p:nvSpPr>
        <p:spPr>
          <a:xfrm>
            <a:off x="2904335" y="2397775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2" name="Google Shape;382;p54"/>
          <p:cNvSpPr txBox="1"/>
          <p:nvPr>
            <p:ph idx="6" type="subTitle"/>
          </p:nvPr>
        </p:nvSpPr>
        <p:spPr>
          <a:xfrm>
            <a:off x="5913600" y="2273737"/>
            <a:ext cx="25263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3" name="Google Shape;383;p54"/>
          <p:cNvSpPr txBox="1"/>
          <p:nvPr>
            <p:ph idx="7" type="subTitle"/>
          </p:nvPr>
        </p:nvSpPr>
        <p:spPr>
          <a:xfrm>
            <a:off x="2904335" y="3572304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4" name="Google Shape;384;p54"/>
          <p:cNvSpPr txBox="1"/>
          <p:nvPr>
            <p:ph idx="8" type="subTitle"/>
          </p:nvPr>
        </p:nvSpPr>
        <p:spPr>
          <a:xfrm>
            <a:off x="5913600" y="2863319"/>
            <a:ext cx="25263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5" name="Google Shape;385;p54"/>
          <p:cNvSpPr txBox="1"/>
          <p:nvPr>
            <p:ph type="title"/>
          </p:nvPr>
        </p:nvSpPr>
        <p:spPr>
          <a:xfrm>
            <a:off x="4605600" y="321157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6" name="Google Shape;386;p54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9">
  <p:cSld name="CUSTOM_2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5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5"/>
          <p:cNvSpPr/>
          <p:nvPr/>
        </p:nvSpPr>
        <p:spPr>
          <a:xfrm>
            <a:off x="0" y="2565177"/>
            <a:ext cx="9144000" cy="25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90" name="Google Shape;390;p55"/>
          <p:cNvGrpSpPr/>
          <p:nvPr/>
        </p:nvGrpSpPr>
        <p:grpSpPr>
          <a:xfrm>
            <a:off x="101550" y="2565175"/>
            <a:ext cx="8941926" cy="2472300"/>
            <a:chOff x="101550" y="2565175"/>
            <a:chExt cx="8941926" cy="2472300"/>
          </a:xfrm>
        </p:grpSpPr>
        <p:cxnSp>
          <p:nvCxnSpPr>
            <p:cNvPr id="391" name="Google Shape;391;p55"/>
            <p:cNvCxnSpPr/>
            <p:nvPr/>
          </p:nvCxnSpPr>
          <p:spPr>
            <a:xfrm>
              <a:off x="102576" y="5037300"/>
              <a:ext cx="89409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55"/>
            <p:cNvCxnSpPr/>
            <p:nvPr/>
          </p:nvCxnSpPr>
          <p:spPr>
            <a:xfrm>
              <a:off x="9042450" y="2565175"/>
              <a:ext cx="0" cy="24723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55"/>
            <p:cNvCxnSpPr/>
            <p:nvPr/>
          </p:nvCxnSpPr>
          <p:spPr>
            <a:xfrm>
              <a:off x="101550" y="2565175"/>
              <a:ext cx="0" cy="24723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4" name="Google Shape;394;p55"/>
          <p:cNvSpPr txBox="1"/>
          <p:nvPr>
            <p:ph idx="1" type="subTitle"/>
          </p:nvPr>
        </p:nvSpPr>
        <p:spPr>
          <a:xfrm>
            <a:off x="656175" y="3176932"/>
            <a:ext cx="17631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5" name="Google Shape;395;p55"/>
          <p:cNvSpPr txBox="1"/>
          <p:nvPr>
            <p:ph idx="2" type="subTitle"/>
          </p:nvPr>
        </p:nvSpPr>
        <p:spPr>
          <a:xfrm>
            <a:off x="2683325" y="3176932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96" name="Google Shape;396;p55"/>
          <p:cNvSpPr txBox="1"/>
          <p:nvPr>
            <p:ph idx="3" type="subTitle"/>
          </p:nvPr>
        </p:nvSpPr>
        <p:spPr>
          <a:xfrm>
            <a:off x="6725625" y="3176932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97" name="Google Shape;397;p55"/>
          <p:cNvSpPr txBox="1"/>
          <p:nvPr>
            <p:ph idx="4" type="subTitle"/>
          </p:nvPr>
        </p:nvSpPr>
        <p:spPr>
          <a:xfrm>
            <a:off x="4710283" y="3176932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8" name="Google Shape;398;p55"/>
          <p:cNvSpPr txBox="1"/>
          <p:nvPr>
            <p:ph type="title"/>
          </p:nvPr>
        </p:nvSpPr>
        <p:spPr>
          <a:xfrm>
            <a:off x="1782363" y="321150"/>
            <a:ext cx="5580300" cy="6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10">
  <p:cSld name="CUSTOM_2_1_1_1">
    <p:bg>
      <p:bgPr>
        <a:solidFill>
          <a:schemeClr val="dk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6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6"/>
          <p:cNvSpPr txBox="1"/>
          <p:nvPr>
            <p:ph idx="1" type="subTitle"/>
          </p:nvPr>
        </p:nvSpPr>
        <p:spPr>
          <a:xfrm>
            <a:off x="5210075" y="2870672"/>
            <a:ext cx="17631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2" name="Google Shape;402;p56"/>
          <p:cNvSpPr txBox="1"/>
          <p:nvPr>
            <p:ph idx="2" type="subTitle"/>
          </p:nvPr>
        </p:nvSpPr>
        <p:spPr>
          <a:xfrm>
            <a:off x="5210075" y="3877838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3" name="Google Shape;403;p56"/>
          <p:cNvSpPr txBox="1"/>
          <p:nvPr>
            <p:ph idx="3" type="subTitle"/>
          </p:nvPr>
        </p:nvSpPr>
        <p:spPr>
          <a:xfrm>
            <a:off x="5210075" y="837463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4" name="Google Shape;404;p56"/>
          <p:cNvSpPr txBox="1"/>
          <p:nvPr>
            <p:ph idx="4" type="subTitle"/>
          </p:nvPr>
        </p:nvSpPr>
        <p:spPr>
          <a:xfrm>
            <a:off x="5210075" y="1849820"/>
            <a:ext cx="17649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5" name="Google Shape;405;p56"/>
          <p:cNvSpPr txBox="1"/>
          <p:nvPr>
            <p:ph type="title"/>
          </p:nvPr>
        </p:nvSpPr>
        <p:spPr>
          <a:xfrm>
            <a:off x="713225" y="1825729"/>
            <a:ext cx="2930400" cy="14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11">
  <p:cSld name="CUSTOM_2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7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7"/>
          <p:cNvSpPr/>
          <p:nvPr/>
        </p:nvSpPr>
        <p:spPr>
          <a:xfrm rot="-5400000">
            <a:off x="791250" y="1657225"/>
            <a:ext cx="2261700" cy="381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9" name="Google Shape;409;p57"/>
          <p:cNvSpPr/>
          <p:nvPr/>
        </p:nvSpPr>
        <p:spPr>
          <a:xfrm rot="-5400000">
            <a:off x="6100626" y="-249300"/>
            <a:ext cx="2261700" cy="384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410" name="Google Shape;410;p57"/>
          <p:cNvCxnSpPr/>
          <p:nvPr/>
        </p:nvCxnSpPr>
        <p:spPr>
          <a:xfrm rot="10800000">
            <a:off x="102175" y="2435250"/>
            <a:ext cx="0" cy="225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57"/>
          <p:cNvCxnSpPr/>
          <p:nvPr/>
        </p:nvCxnSpPr>
        <p:spPr>
          <a:xfrm rot="10800000">
            <a:off x="9042450" y="542550"/>
            <a:ext cx="0" cy="2256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57"/>
          <p:cNvSpPr txBox="1"/>
          <p:nvPr>
            <p:ph idx="1" type="subTitle"/>
          </p:nvPr>
        </p:nvSpPr>
        <p:spPr>
          <a:xfrm>
            <a:off x="638712" y="369595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3" name="Google Shape;413;p57"/>
          <p:cNvSpPr txBox="1"/>
          <p:nvPr>
            <p:ph idx="2" type="subTitle"/>
          </p:nvPr>
        </p:nvSpPr>
        <p:spPr>
          <a:xfrm>
            <a:off x="638700" y="2992465"/>
            <a:ext cx="28245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4" name="Google Shape;414;p57"/>
          <p:cNvSpPr txBox="1"/>
          <p:nvPr>
            <p:ph idx="3" type="subTitle"/>
          </p:nvPr>
        </p:nvSpPr>
        <p:spPr>
          <a:xfrm>
            <a:off x="638712" y="2708842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5" name="Google Shape;415;p57"/>
          <p:cNvSpPr txBox="1"/>
          <p:nvPr>
            <p:ph idx="4" type="subTitle"/>
          </p:nvPr>
        </p:nvSpPr>
        <p:spPr>
          <a:xfrm>
            <a:off x="638700" y="3979363"/>
            <a:ext cx="28254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57"/>
          <p:cNvSpPr txBox="1"/>
          <p:nvPr>
            <p:ph idx="5" type="subTitle"/>
          </p:nvPr>
        </p:nvSpPr>
        <p:spPr>
          <a:xfrm>
            <a:off x="5659138" y="817580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7" name="Google Shape;417;p57"/>
          <p:cNvSpPr txBox="1"/>
          <p:nvPr>
            <p:ph idx="6" type="subTitle"/>
          </p:nvPr>
        </p:nvSpPr>
        <p:spPr>
          <a:xfrm>
            <a:off x="5659138" y="2085210"/>
            <a:ext cx="28254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57"/>
          <p:cNvSpPr txBox="1"/>
          <p:nvPr>
            <p:ph idx="7" type="subTitle"/>
          </p:nvPr>
        </p:nvSpPr>
        <p:spPr>
          <a:xfrm>
            <a:off x="5659138" y="180414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9" name="Google Shape;419;p57"/>
          <p:cNvSpPr txBox="1"/>
          <p:nvPr>
            <p:ph idx="8" type="subTitle"/>
          </p:nvPr>
        </p:nvSpPr>
        <p:spPr>
          <a:xfrm>
            <a:off x="5659138" y="1100466"/>
            <a:ext cx="28254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57"/>
          <p:cNvSpPr txBox="1"/>
          <p:nvPr>
            <p:ph type="title"/>
          </p:nvPr>
        </p:nvSpPr>
        <p:spPr>
          <a:xfrm>
            <a:off x="614437" y="321594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 12">
  <p:cSld name="CUSTOM_2_2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8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8"/>
          <p:cNvSpPr txBox="1"/>
          <p:nvPr>
            <p:ph idx="1" type="subTitle"/>
          </p:nvPr>
        </p:nvSpPr>
        <p:spPr>
          <a:xfrm>
            <a:off x="2844037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4" name="Google Shape;424;p58"/>
          <p:cNvSpPr txBox="1"/>
          <p:nvPr>
            <p:ph idx="2" type="subTitle"/>
          </p:nvPr>
        </p:nvSpPr>
        <p:spPr>
          <a:xfrm>
            <a:off x="766875" y="2110195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58"/>
          <p:cNvSpPr txBox="1"/>
          <p:nvPr>
            <p:ph idx="3" type="subTitle"/>
          </p:nvPr>
        </p:nvSpPr>
        <p:spPr>
          <a:xfrm>
            <a:off x="766887" y="1738347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6" name="Google Shape;426;p58"/>
          <p:cNvSpPr txBox="1"/>
          <p:nvPr>
            <p:ph idx="4" type="subTitle"/>
          </p:nvPr>
        </p:nvSpPr>
        <p:spPr>
          <a:xfrm>
            <a:off x="2844025" y="2109968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7" name="Google Shape;427;p58"/>
          <p:cNvSpPr txBox="1"/>
          <p:nvPr>
            <p:ph idx="5" type="subTitle"/>
          </p:nvPr>
        </p:nvSpPr>
        <p:spPr>
          <a:xfrm>
            <a:off x="4919363" y="173834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8" name="Google Shape;428;p58"/>
          <p:cNvSpPr txBox="1"/>
          <p:nvPr>
            <p:ph idx="6" type="subTitle"/>
          </p:nvPr>
        </p:nvSpPr>
        <p:spPr>
          <a:xfrm>
            <a:off x="6996513" y="2107626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9" name="Google Shape;429;p58"/>
          <p:cNvSpPr txBox="1"/>
          <p:nvPr>
            <p:ph idx="7" type="subTitle"/>
          </p:nvPr>
        </p:nvSpPr>
        <p:spPr>
          <a:xfrm>
            <a:off x="6996513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0" name="Google Shape;430;p58"/>
          <p:cNvSpPr txBox="1"/>
          <p:nvPr>
            <p:ph idx="8" type="subTitle"/>
          </p:nvPr>
        </p:nvSpPr>
        <p:spPr>
          <a:xfrm>
            <a:off x="4919363" y="2109457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1" name="Google Shape;431;p58"/>
          <p:cNvSpPr txBox="1"/>
          <p:nvPr>
            <p:ph type="title"/>
          </p:nvPr>
        </p:nvSpPr>
        <p:spPr>
          <a:xfrm>
            <a:off x="2654850" y="321594"/>
            <a:ext cx="3834300" cy="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/>
          <p:nvPr/>
        </p:nvSpPr>
        <p:spPr>
          <a:xfrm>
            <a:off x="12520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9"/>
          <p:cNvSpPr/>
          <p:nvPr/>
        </p:nvSpPr>
        <p:spPr>
          <a:xfrm>
            <a:off x="2662900" y="1745225"/>
            <a:ext cx="3865500" cy="346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9"/>
          <p:cNvSpPr txBox="1"/>
          <p:nvPr/>
        </p:nvSpPr>
        <p:spPr>
          <a:xfrm>
            <a:off x="3311250" y="3765800"/>
            <a:ext cx="2521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CREDITS: This presentation template was created by</a:t>
            </a:r>
            <a:r>
              <a:rPr b="1" lang="en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Slidesgo</a:t>
            </a: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, including icons by </a:t>
            </a:r>
            <a:r>
              <a:rPr b="1" lang="en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Flaticon,</a:t>
            </a:r>
            <a:r>
              <a:rPr lang="en" sz="1100">
                <a:solidFill>
                  <a:schemeClr val="lt1"/>
                </a:solidFill>
                <a:latin typeface="Overpass ExtraLight"/>
                <a:ea typeface="Overpass ExtraLight"/>
                <a:cs typeface="Overpass ExtraLight"/>
                <a:sym typeface="Overpass ExtraLight"/>
              </a:rPr>
              <a:t> and infographics &amp; images by </a:t>
            </a:r>
            <a:r>
              <a:rPr b="1" lang="en" sz="11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Freepik. </a:t>
            </a:r>
            <a:endParaRPr b="1" sz="11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436" name="Google Shape;436;p59"/>
          <p:cNvSpPr txBox="1"/>
          <p:nvPr>
            <p:ph type="title"/>
          </p:nvPr>
        </p:nvSpPr>
        <p:spPr>
          <a:xfrm>
            <a:off x="2680525" y="663091"/>
            <a:ext cx="3834300" cy="10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7" name="Google Shape;437;p59"/>
          <p:cNvSpPr txBox="1"/>
          <p:nvPr>
            <p:ph idx="1" type="subTitle"/>
          </p:nvPr>
        </p:nvSpPr>
        <p:spPr>
          <a:xfrm>
            <a:off x="2773100" y="1898029"/>
            <a:ext cx="3571500" cy="12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438" name="Google Shape;438;p59"/>
          <p:cNvCxnSpPr/>
          <p:nvPr/>
        </p:nvCxnSpPr>
        <p:spPr>
          <a:xfrm>
            <a:off x="2661313" y="5037300"/>
            <a:ext cx="3872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_1_1_1">
    <p:bg>
      <p:bgPr>
        <a:solidFill>
          <a:schemeClr val="dk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_2_1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/>
          <p:nvPr/>
        </p:nvSpPr>
        <p:spPr>
          <a:xfrm>
            <a:off x="101550" y="106200"/>
            <a:ext cx="8940900" cy="4931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1"/>
          <p:cNvSpPr txBox="1"/>
          <p:nvPr>
            <p:ph idx="1" type="subTitle"/>
          </p:nvPr>
        </p:nvSpPr>
        <p:spPr>
          <a:xfrm>
            <a:off x="2844037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4" name="Google Shape;444;p61"/>
          <p:cNvSpPr txBox="1"/>
          <p:nvPr>
            <p:ph idx="2" type="subTitle"/>
          </p:nvPr>
        </p:nvSpPr>
        <p:spPr>
          <a:xfrm>
            <a:off x="766875" y="2110195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5" name="Google Shape;445;p61"/>
          <p:cNvSpPr txBox="1"/>
          <p:nvPr>
            <p:ph idx="3" type="subTitle"/>
          </p:nvPr>
        </p:nvSpPr>
        <p:spPr>
          <a:xfrm>
            <a:off x="766887" y="1738347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6" name="Google Shape;446;p61"/>
          <p:cNvSpPr txBox="1"/>
          <p:nvPr>
            <p:ph idx="4" type="subTitle"/>
          </p:nvPr>
        </p:nvSpPr>
        <p:spPr>
          <a:xfrm>
            <a:off x="2844025" y="2109968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7" name="Google Shape;447;p61"/>
          <p:cNvSpPr txBox="1"/>
          <p:nvPr>
            <p:ph idx="5" type="subTitle"/>
          </p:nvPr>
        </p:nvSpPr>
        <p:spPr>
          <a:xfrm>
            <a:off x="4919363" y="173834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8" name="Google Shape;448;p61"/>
          <p:cNvSpPr txBox="1"/>
          <p:nvPr>
            <p:ph idx="6" type="subTitle"/>
          </p:nvPr>
        </p:nvSpPr>
        <p:spPr>
          <a:xfrm>
            <a:off x="6996513" y="2107626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9" name="Google Shape;449;p61"/>
          <p:cNvSpPr txBox="1"/>
          <p:nvPr>
            <p:ph idx="7" type="subTitle"/>
          </p:nvPr>
        </p:nvSpPr>
        <p:spPr>
          <a:xfrm>
            <a:off x="6996513" y="1738336"/>
            <a:ext cx="13788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0" name="Google Shape;450;p61"/>
          <p:cNvSpPr txBox="1"/>
          <p:nvPr>
            <p:ph idx="8" type="subTitle"/>
          </p:nvPr>
        </p:nvSpPr>
        <p:spPr>
          <a:xfrm>
            <a:off x="4919363" y="2109457"/>
            <a:ext cx="1380600" cy="4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1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Bebas Neue"/>
              <a:buNone/>
              <a:defRPr b="1" sz="43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"/>
              <a:buChar char="●"/>
              <a:defRPr sz="18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●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verpass"/>
              <a:buChar char="○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verpass"/>
              <a:buChar char="■"/>
              <a:defRPr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2"/>
          <p:cNvSpPr txBox="1"/>
          <p:nvPr>
            <p:ph type="title"/>
          </p:nvPr>
        </p:nvSpPr>
        <p:spPr>
          <a:xfrm>
            <a:off x="2543300" y="2214850"/>
            <a:ext cx="42081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3"/>
          <p:cNvSpPr txBox="1"/>
          <p:nvPr>
            <p:ph type="title"/>
          </p:nvPr>
        </p:nvSpPr>
        <p:spPr>
          <a:xfrm>
            <a:off x="2646000" y="2214851"/>
            <a:ext cx="38520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3"/>
          <p:cNvSpPr txBox="1"/>
          <p:nvPr>
            <p:ph idx="2" type="title"/>
          </p:nvPr>
        </p:nvSpPr>
        <p:spPr>
          <a:xfrm>
            <a:off x="2179558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63"/>
          <p:cNvSpPr txBox="1"/>
          <p:nvPr>
            <p:ph idx="1" type="subTitle"/>
          </p:nvPr>
        </p:nvSpPr>
        <p:spPr>
          <a:xfrm>
            <a:off x="2179558" y="1185101"/>
            <a:ext cx="2340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3"/>
          <p:cNvSpPr txBox="1"/>
          <p:nvPr>
            <p:ph idx="3" type="subTitle"/>
          </p:nvPr>
        </p:nvSpPr>
        <p:spPr>
          <a:xfrm>
            <a:off x="2179558" y="1480453"/>
            <a:ext cx="2340900" cy="4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3"/>
          <p:cNvSpPr txBox="1"/>
          <p:nvPr>
            <p:ph idx="4" type="title"/>
          </p:nvPr>
        </p:nvSpPr>
        <p:spPr>
          <a:xfrm>
            <a:off x="4623144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3"/>
          <p:cNvSpPr txBox="1"/>
          <p:nvPr>
            <p:ph idx="5" type="subTitle"/>
          </p:nvPr>
        </p:nvSpPr>
        <p:spPr>
          <a:xfrm>
            <a:off x="4623144" y="1177178"/>
            <a:ext cx="23409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3"/>
          <p:cNvSpPr txBox="1"/>
          <p:nvPr>
            <p:ph idx="6" type="subTitle"/>
          </p:nvPr>
        </p:nvSpPr>
        <p:spPr>
          <a:xfrm>
            <a:off x="4621344" y="1480453"/>
            <a:ext cx="23445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3"/>
          <p:cNvSpPr txBox="1"/>
          <p:nvPr>
            <p:ph idx="7" type="title"/>
          </p:nvPr>
        </p:nvSpPr>
        <p:spPr>
          <a:xfrm>
            <a:off x="2179558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3"/>
          <p:cNvSpPr txBox="1"/>
          <p:nvPr>
            <p:ph idx="8" type="subTitle"/>
          </p:nvPr>
        </p:nvSpPr>
        <p:spPr>
          <a:xfrm>
            <a:off x="2179558" y="38484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3"/>
          <p:cNvSpPr txBox="1"/>
          <p:nvPr>
            <p:ph idx="9" type="subTitle"/>
          </p:nvPr>
        </p:nvSpPr>
        <p:spPr>
          <a:xfrm>
            <a:off x="2179558" y="4132855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63"/>
          <p:cNvSpPr txBox="1"/>
          <p:nvPr>
            <p:ph idx="13" type="title"/>
          </p:nvPr>
        </p:nvSpPr>
        <p:spPr>
          <a:xfrm>
            <a:off x="4623144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3"/>
          <p:cNvSpPr txBox="1"/>
          <p:nvPr>
            <p:ph idx="14" type="subTitle"/>
          </p:nvPr>
        </p:nvSpPr>
        <p:spPr>
          <a:xfrm>
            <a:off x="4623144" y="38484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3"/>
          <p:cNvSpPr txBox="1"/>
          <p:nvPr>
            <p:ph idx="15" type="subTitle"/>
          </p:nvPr>
        </p:nvSpPr>
        <p:spPr>
          <a:xfrm>
            <a:off x="4623144" y="4132855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3"/>
          <p:cNvSpPr/>
          <p:nvPr/>
        </p:nvSpPr>
        <p:spPr>
          <a:xfrm>
            <a:off x="-330050" y="-194925"/>
            <a:ext cx="9657900" cy="5393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4"/>
          <p:cNvSpPr txBox="1"/>
          <p:nvPr>
            <p:ph type="title"/>
          </p:nvPr>
        </p:nvSpPr>
        <p:spPr>
          <a:xfrm>
            <a:off x="2543300" y="2214850"/>
            <a:ext cx="42081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Classici e-commerce</a:t>
            </a:r>
            <a:endParaRPr/>
          </a:p>
        </p:txBody>
      </p:sp>
      <p:sp>
        <p:nvSpPr>
          <p:cNvPr id="479" name="Google Shape;479;p64"/>
          <p:cNvSpPr txBox="1"/>
          <p:nvPr>
            <p:ph idx="2" type="title"/>
          </p:nvPr>
        </p:nvSpPr>
        <p:spPr>
          <a:xfrm>
            <a:off x="2179558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0" name="Google Shape;480;p64"/>
          <p:cNvSpPr txBox="1"/>
          <p:nvPr>
            <p:ph idx="1" type="subTitle"/>
          </p:nvPr>
        </p:nvSpPr>
        <p:spPr>
          <a:xfrm>
            <a:off x="2179558" y="1408726"/>
            <a:ext cx="2340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SUGGERIMENTI </a:t>
            </a:r>
            <a:br>
              <a:rPr lang="en"/>
            </a:br>
            <a:r>
              <a:rPr lang="en"/>
              <a:t>FORZATI</a:t>
            </a:r>
            <a:endParaRPr/>
          </a:p>
        </p:txBody>
      </p:sp>
      <p:sp>
        <p:nvSpPr>
          <p:cNvPr id="481" name="Google Shape;481;p64"/>
          <p:cNvSpPr txBox="1"/>
          <p:nvPr>
            <p:ph idx="4" type="title"/>
          </p:nvPr>
        </p:nvSpPr>
        <p:spPr>
          <a:xfrm>
            <a:off x="4623144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2" name="Google Shape;482;p64"/>
          <p:cNvSpPr txBox="1"/>
          <p:nvPr>
            <p:ph idx="5" type="subTitle"/>
          </p:nvPr>
        </p:nvSpPr>
        <p:spPr>
          <a:xfrm>
            <a:off x="4623144" y="1403928"/>
            <a:ext cx="23409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Pressione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continua</a:t>
            </a:r>
            <a:endParaRPr/>
          </a:p>
        </p:txBody>
      </p:sp>
      <p:sp>
        <p:nvSpPr>
          <p:cNvPr id="483" name="Google Shape;483;p64"/>
          <p:cNvSpPr txBox="1"/>
          <p:nvPr>
            <p:ph idx="7" type="title"/>
          </p:nvPr>
        </p:nvSpPr>
        <p:spPr>
          <a:xfrm>
            <a:off x="2179558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3</a:t>
            </a:r>
            <a:endParaRPr/>
          </a:p>
        </p:txBody>
      </p:sp>
      <p:sp>
        <p:nvSpPr>
          <p:cNvPr id="484" name="Google Shape;484;p64"/>
          <p:cNvSpPr txBox="1"/>
          <p:nvPr>
            <p:ph idx="8" type="subTitle"/>
          </p:nvPr>
        </p:nvSpPr>
        <p:spPr>
          <a:xfrm>
            <a:off x="2179558" y="40197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pOCA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TRASPARENZA</a:t>
            </a:r>
            <a:endParaRPr/>
          </a:p>
        </p:txBody>
      </p:sp>
      <p:sp>
        <p:nvSpPr>
          <p:cNvPr id="485" name="Google Shape;485;p64"/>
          <p:cNvSpPr txBox="1"/>
          <p:nvPr>
            <p:ph idx="13" type="title"/>
          </p:nvPr>
        </p:nvSpPr>
        <p:spPr>
          <a:xfrm>
            <a:off x="4623144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86" name="Google Shape;486;p64"/>
          <p:cNvSpPr txBox="1"/>
          <p:nvPr>
            <p:ph idx="14" type="subTitle"/>
          </p:nvPr>
        </p:nvSpPr>
        <p:spPr>
          <a:xfrm>
            <a:off x="4623144" y="40197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NESSUN INTERESSE </a:t>
            </a:r>
            <a:br>
              <a:rPr lang="en"/>
            </a:br>
            <a:r>
              <a:rPr lang="en"/>
              <a:t>PER IL CLIENTE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5"/>
          <p:cNvSpPr txBox="1"/>
          <p:nvPr>
            <p:ph type="ctrTitle"/>
          </p:nvPr>
        </p:nvSpPr>
        <p:spPr>
          <a:xfrm>
            <a:off x="2194775" y="1457250"/>
            <a:ext cx="4754400" cy="22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Urstore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urlifestyle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2" name="Google Shape;492;p65"/>
          <p:cNvSpPr txBox="1"/>
          <p:nvPr/>
        </p:nvSpPr>
        <p:spPr>
          <a:xfrm>
            <a:off x="129750" y="4550375"/>
            <a:ext cx="533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493" name="Google Shape;49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8675" y="152400"/>
            <a:ext cx="1382925" cy="13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6"/>
          <p:cNvSpPr txBox="1"/>
          <p:nvPr>
            <p:ph type="title"/>
          </p:nvPr>
        </p:nvSpPr>
        <p:spPr>
          <a:xfrm>
            <a:off x="1608100" y="2214850"/>
            <a:ext cx="59160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rICERCA SEMANTICA ED EMOTIVA</a:t>
            </a:r>
            <a:endParaRPr/>
          </a:p>
        </p:txBody>
      </p:sp>
      <p:pic>
        <p:nvPicPr>
          <p:cNvPr id="499" name="Google Shape;49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5000" y="139088"/>
            <a:ext cx="1382925" cy="13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7"/>
          <p:cNvSpPr txBox="1"/>
          <p:nvPr>
            <p:ph type="title"/>
          </p:nvPr>
        </p:nvSpPr>
        <p:spPr>
          <a:xfrm>
            <a:off x="2543300" y="2214850"/>
            <a:ext cx="42081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nostra idea</a:t>
            </a:r>
            <a:endParaRPr/>
          </a:p>
        </p:txBody>
      </p:sp>
      <p:sp>
        <p:nvSpPr>
          <p:cNvPr id="505" name="Google Shape;505;p67"/>
          <p:cNvSpPr txBox="1"/>
          <p:nvPr>
            <p:ph idx="2" type="title"/>
          </p:nvPr>
        </p:nvSpPr>
        <p:spPr>
          <a:xfrm>
            <a:off x="2179558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6" name="Google Shape;506;p67"/>
          <p:cNvSpPr txBox="1"/>
          <p:nvPr>
            <p:ph idx="1" type="subTitle"/>
          </p:nvPr>
        </p:nvSpPr>
        <p:spPr>
          <a:xfrm>
            <a:off x="2179558" y="1503351"/>
            <a:ext cx="2340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Eliminazioni</a:t>
            </a:r>
            <a:br>
              <a:rPr lang="en"/>
            </a:br>
            <a:r>
              <a:rPr lang="en"/>
              <a:t>consigli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7" name="Google Shape;507;p67"/>
          <p:cNvSpPr txBox="1"/>
          <p:nvPr>
            <p:ph idx="4" type="title"/>
          </p:nvPr>
        </p:nvSpPr>
        <p:spPr>
          <a:xfrm>
            <a:off x="4623144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8" name="Google Shape;508;p67"/>
          <p:cNvSpPr txBox="1"/>
          <p:nvPr>
            <p:ph idx="5" type="subTitle"/>
          </p:nvPr>
        </p:nvSpPr>
        <p:spPr>
          <a:xfrm>
            <a:off x="4623144" y="1353103"/>
            <a:ext cx="23409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STILE MINIMAL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RILASSANTE</a:t>
            </a:r>
            <a:endParaRPr/>
          </a:p>
        </p:txBody>
      </p:sp>
      <p:sp>
        <p:nvSpPr>
          <p:cNvPr id="509" name="Google Shape;509;p67"/>
          <p:cNvSpPr txBox="1"/>
          <p:nvPr>
            <p:ph idx="7" type="title"/>
          </p:nvPr>
        </p:nvSpPr>
        <p:spPr>
          <a:xfrm>
            <a:off x="2179558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3</a:t>
            </a:r>
            <a:endParaRPr/>
          </a:p>
        </p:txBody>
      </p:sp>
      <p:sp>
        <p:nvSpPr>
          <p:cNvPr id="510" name="Google Shape;510;p67"/>
          <p:cNvSpPr txBox="1"/>
          <p:nvPr>
            <p:ph idx="8" type="subTitle"/>
          </p:nvPr>
        </p:nvSpPr>
        <p:spPr>
          <a:xfrm>
            <a:off x="2179558" y="408335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TRASPARENZA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completa</a:t>
            </a:r>
            <a:endParaRPr/>
          </a:p>
        </p:txBody>
      </p:sp>
      <p:sp>
        <p:nvSpPr>
          <p:cNvPr id="511" name="Google Shape;511;p67"/>
          <p:cNvSpPr txBox="1"/>
          <p:nvPr>
            <p:ph idx="13" type="title"/>
          </p:nvPr>
        </p:nvSpPr>
        <p:spPr>
          <a:xfrm>
            <a:off x="4623144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12" name="Google Shape;512;p67"/>
          <p:cNvSpPr txBox="1"/>
          <p:nvPr>
            <p:ph idx="14" type="subTitle"/>
          </p:nvPr>
        </p:nvSpPr>
        <p:spPr>
          <a:xfrm>
            <a:off x="4623144" y="42230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Comprensione di frasi complesse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3" name="Google Shape;51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5000" y="139088"/>
            <a:ext cx="1382925" cy="13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8"/>
          <p:cNvSpPr txBox="1"/>
          <p:nvPr>
            <p:ph type="title"/>
          </p:nvPr>
        </p:nvSpPr>
        <p:spPr>
          <a:xfrm>
            <a:off x="2543300" y="2214850"/>
            <a:ext cx="42081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ALTRE FEATURES</a:t>
            </a:r>
            <a:endParaRPr/>
          </a:p>
        </p:txBody>
      </p:sp>
      <p:sp>
        <p:nvSpPr>
          <p:cNvPr id="519" name="Google Shape;519;p68"/>
          <p:cNvSpPr txBox="1"/>
          <p:nvPr>
            <p:ph idx="2" type="title"/>
          </p:nvPr>
        </p:nvSpPr>
        <p:spPr>
          <a:xfrm>
            <a:off x="2179558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20" name="Google Shape;520;p68"/>
          <p:cNvSpPr txBox="1"/>
          <p:nvPr>
            <p:ph idx="1" type="subTitle"/>
          </p:nvPr>
        </p:nvSpPr>
        <p:spPr>
          <a:xfrm>
            <a:off x="2179558" y="1503351"/>
            <a:ext cx="2340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SISTEMA DI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MINIGIOCHI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68"/>
          <p:cNvSpPr txBox="1"/>
          <p:nvPr>
            <p:ph idx="4" type="title"/>
          </p:nvPr>
        </p:nvSpPr>
        <p:spPr>
          <a:xfrm>
            <a:off x="4623144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22" name="Google Shape;522;p68"/>
          <p:cNvSpPr txBox="1"/>
          <p:nvPr>
            <p:ph idx="5" type="subTitle"/>
          </p:nvPr>
        </p:nvSpPr>
        <p:spPr>
          <a:xfrm>
            <a:off x="4623144" y="1353103"/>
            <a:ext cx="23409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LIMITI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OPZIONALI</a:t>
            </a:r>
            <a:endParaRPr/>
          </a:p>
        </p:txBody>
      </p:sp>
      <p:sp>
        <p:nvSpPr>
          <p:cNvPr id="523" name="Google Shape;523;p68"/>
          <p:cNvSpPr txBox="1"/>
          <p:nvPr>
            <p:ph idx="7" type="title"/>
          </p:nvPr>
        </p:nvSpPr>
        <p:spPr>
          <a:xfrm>
            <a:off x="2179558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3</a:t>
            </a:r>
            <a:endParaRPr/>
          </a:p>
        </p:txBody>
      </p:sp>
      <p:sp>
        <p:nvSpPr>
          <p:cNvPr id="524" name="Google Shape;524;p68"/>
          <p:cNvSpPr txBox="1"/>
          <p:nvPr>
            <p:ph idx="8" type="subTitle"/>
          </p:nvPr>
        </p:nvSpPr>
        <p:spPr>
          <a:xfrm>
            <a:off x="2179558" y="408335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SISTEMA DI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RECENSIONI</a:t>
            </a:r>
            <a:endParaRPr/>
          </a:p>
        </p:txBody>
      </p:sp>
      <p:sp>
        <p:nvSpPr>
          <p:cNvPr id="525" name="Google Shape;525;p68"/>
          <p:cNvSpPr txBox="1"/>
          <p:nvPr>
            <p:ph idx="13" type="title"/>
          </p:nvPr>
        </p:nvSpPr>
        <p:spPr>
          <a:xfrm>
            <a:off x="4623144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26" name="Google Shape;526;p68"/>
          <p:cNvSpPr txBox="1"/>
          <p:nvPr>
            <p:ph idx="14" type="subTitle"/>
          </p:nvPr>
        </p:nvSpPr>
        <p:spPr>
          <a:xfrm>
            <a:off x="4623144" y="42230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APPLICAZIONE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7" name="Google Shape;52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5000" y="139088"/>
            <a:ext cx="1382925" cy="13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9"/>
          <p:cNvSpPr txBox="1"/>
          <p:nvPr>
            <p:ph type="title"/>
          </p:nvPr>
        </p:nvSpPr>
        <p:spPr>
          <a:xfrm>
            <a:off x="215825" y="2214850"/>
            <a:ext cx="86721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RICERCA SEMANTICA CON SHOPIFY</a:t>
            </a:r>
            <a:endParaRPr/>
          </a:p>
        </p:txBody>
      </p:sp>
      <p:pic>
        <p:nvPicPr>
          <p:cNvPr id="533" name="Google Shape;53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5000" y="139088"/>
            <a:ext cx="1382925" cy="13829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69"/>
          <p:cNvSpPr txBox="1"/>
          <p:nvPr>
            <p:ph idx="1" type="subTitle"/>
          </p:nvPr>
        </p:nvSpPr>
        <p:spPr>
          <a:xfrm>
            <a:off x="3391408" y="1614876"/>
            <a:ext cx="2340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SEMPLICE E VELOCE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3 step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535" name="Google Shape;535;p69"/>
          <p:cNvSpPr txBox="1"/>
          <p:nvPr/>
        </p:nvSpPr>
        <p:spPr>
          <a:xfrm>
            <a:off x="241000" y="3250163"/>
            <a:ext cx="2937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Cambia le variabili di ambiente</a:t>
            </a:r>
            <a:endParaRPr sz="16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36" name="Google Shape;536;p69"/>
          <p:cNvSpPr txBox="1"/>
          <p:nvPr/>
        </p:nvSpPr>
        <p:spPr>
          <a:xfrm>
            <a:off x="3427700" y="3496175"/>
            <a:ext cx="244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Installa moduli npm</a:t>
            </a:r>
            <a:endParaRPr sz="16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37" name="Google Shape;537;p69"/>
          <p:cNvSpPr txBox="1"/>
          <p:nvPr/>
        </p:nvSpPr>
        <p:spPr>
          <a:xfrm>
            <a:off x="6121500" y="3180325"/>
            <a:ext cx="3022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rPr>
              <a:t>Integra il componente con Liquid</a:t>
            </a:r>
            <a:endParaRPr sz="1600">
              <a:solidFill>
                <a:schemeClr val="dk1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38" name="Google Shape;538;p69"/>
          <p:cNvSpPr/>
          <p:nvPr/>
        </p:nvSpPr>
        <p:spPr>
          <a:xfrm>
            <a:off x="215500" y="3988750"/>
            <a:ext cx="2856000" cy="5850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39" name="Google Shape;539;p69"/>
          <p:cNvSpPr txBox="1"/>
          <p:nvPr/>
        </p:nvSpPr>
        <p:spPr>
          <a:xfrm>
            <a:off x="215825" y="3927275"/>
            <a:ext cx="285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cd shopify</a:t>
            </a:r>
            <a:r>
              <a:rPr lang="en" sz="1000">
                <a:solidFill>
                  <a:srgbClr val="FF7B72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semantic</a:t>
            </a:r>
            <a:r>
              <a:rPr lang="en" sz="1000">
                <a:solidFill>
                  <a:srgbClr val="FF7B72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search</a:t>
            </a:r>
            <a:r>
              <a:rPr lang="en" sz="1000">
                <a:solidFill>
                  <a:srgbClr val="FF7B72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backend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cp .env.example .env 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vim .env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40" name="Google Shape;540;p69"/>
          <p:cNvSpPr/>
          <p:nvPr/>
        </p:nvSpPr>
        <p:spPr>
          <a:xfrm>
            <a:off x="3538675" y="4099300"/>
            <a:ext cx="2104200" cy="431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41" name="Google Shape;541;p69"/>
          <p:cNvSpPr txBox="1"/>
          <p:nvPr/>
        </p:nvSpPr>
        <p:spPr>
          <a:xfrm>
            <a:off x="3571800" y="41238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 </a:t>
            </a:r>
            <a:r>
              <a:rPr lang="en" sz="1000">
                <a:solidFill>
                  <a:srgbClr val="FF7B72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npm start</a:t>
            </a:r>
            <a:endParaRPr/>
          </a:p>
        </p:txBody>
      </p:sp>
      <p:sp>
        <p:nvSpPr>
          <p:cNvPr id="542" name="Google Shape;542;p69"/>
          <p:cNvSpPr/>
          <p:nvPr/>
        </p:nvSpPr>
        <p:spPr>
          <a:xfrm>
            <a:off x="6153275" y="3845150"/>
            <a:ext cx="2734500" cy="646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543" name="Google Shape;543;p69"/>
          <p:cNvSpPr txBox="1"/>
          <p:nvPr/>
        </p:nvSpPr>
        <p:spPr>
          <a:xfrm>
            <a:off x="6228300" y="38776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" sz="1000">
                <a:solidFill>
                  <a:srgbClr val="FF7B72"/>
                </a:solidFill>
                <a:latin typeface="Roboto Mono"/>
                <a:ea typeface="Roboto Mono"/>
                <a:cs typeface="Roboto Mono"/>
                <a:sym typeface="Roboto Mono"/>
              </a:rPr>
              <a:t>%</a:t>
            </a: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 render </a:t>
            </a:r>
            <a:r>
              <a:rPr lang="en" sz="1000">
                <a:solidFill>
                  <a:srgbClr val="A5D6FF"/>
                </a:solidFill>
                <a:latin typeface="Roboto Mono"/>
                <a:ea typeface="Roboto Mono"/>
                <a:cs typeface="Roboto Mono"/>
                <a:sym typeface="Roboto Mono"/>
              </a:rPr>
              <a:t>'semantic-search'</a:t>
            </a: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000">
                <a:solidFill>
                  <a:srgbClr val="FFA657"/>
                </a:solidFill>
                <a:latin typeface="Roboto Mono"/>
                <a:ea typeface="Roboto Mono"/>
                <a:cs typeface="Roboto Mono"/>
                <a:sym typeface="Roboto Mono"/>
              </a:rPr>
              <a:t>api_url</a:t>
            </a: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A5D6FF"/>
                </a:solidFill>
                <a:latin typeface="Roboto Mono"/>
                <a:ea typeface="Roboto Mono"/>
                <a:cs typeface="Roboto Mono"/>
                <a:sym typeface="Roboto Mono"/>
              </a:rPr>
              <a:t>'...'</a:t>
            </a: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000">
                <a:solidFill>
                  <a:srgbClr val="FFA657"/>
                </a:solidFill>
                <a:latin typeface="Roboto Mono"/>
                <a:ea typeface="Roboto Mono"/>
                <a:cs typeface="Roboto Mono"/>
                <a:sym typeface="Roboto Mono"/>
              </a:rPr>
              <a:t>locale</a:t>
            </a: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000">
                <a:solidFill>
                  <a:srgbClr val="A5D6FF"/>
                </a:solidFill>
                <a:latin typeface="Roboto Mono"/>
                <a:ea typeface="Roboto Mono"/>
                <a:cs typeface="Roboto Mono"/>
                <a:sym typeface="Roboto Mono"/>
              </a:rPr>
              <a:t>'it'</a:t>
            </a:r>
            <a:r>
              <a:rPr lang="en" sz="1000">
                <a:solidFill>
                  <a:srgbClr val="FF7B72"/>
                </a:solidFill>
                <a:latin typeface="Roboto Mono"/>
                <a:ea typeface="Roboto Mono"/>
                <a:cs typeface="Roboto Mono"/>
                <a:sym typeface="Roboto Mono"/>
              </a:rPr>
              <a:t> %</a:t>
            </a:r>
            <a:r>
              <a:rPr lang="en" sz="1000">
                <a:solidFill>
                  <a:srgbClr val="E6EDF3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solidFill>
                <a:srgbClr val="E6ED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0"/>
          <p:cNvSpPr txBox="1"/>
          <p:nvPr>
            <p:ph type="title"/>
          </p:nvPr>
        </p:nvSpPr>
        <p:spPr>
          <a:xfrm>
            <a:off x="2179550" y="2214850"/>
            <a:ext cx="4877100" cy="7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</a:t>
            </a:r>
            <a:r>
              <a:rPr lang="en"/>
              <a:t>IMPLEMENTAZIONI</a:t>
            </a:r>
            <a:endParaRPr/>
          </a:p>
        </p:txBody>
      </p:sp>
      <p:sp>
        <p:nvSpPr>
          <p:cNvPr id="549" name="Google Shape;549;p70"/>
          <p:cNvSpPr txBox="1"/>
          <p:nvPr>
            <p:ph idx="2" type="title"/>
          </p:nvPr>
        </p:nvSpPr>
        <p:spPr>
          <a:xfrm>
            <a:off x="2179558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50" name="Google Shape;550;p70"/>
          <p:cNvSpPr txBox="1"/>
          <p:nvPr>
            <p:ph idx="1" type="subTitle"/>
          </p:nvPr>
        </p:nvSpPr>
        <p:spPr>
          <a:xfrm>
            <a:off x="2179558" y="1408726"/>
            <a:ext cx="2340900" cy="2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GRAFICO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ACQUISTI</a:t>
            </a:r>
            <a:endParaRPr/>
          </a:p>
        </p:txBody>
      </p:sp>
      <p:sp>
        <p:nvSpPr>
          <p:cNvPr id="551" name="Google Shape;551;p70"/>
          <p:cNvSpPr txBox="1"/>
          <p:nvPr>
            <p:ph idx="4" type="title"/>
          </p:nvPr>
        </p:nvSpPr>
        <p:spPr>
          <a:xfrm>
            <a:off x="4623144" y="591141"/>
            <a:ext cx="2340900" cy="4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52" name="Google Shape;552;p70"/>
          <p:cNvSpPr txBox="1"/>
          <p:nvPr>
            <p:ph idx="5" type="subTitle"/>
          </p:nvPr>
        </p:nvSpPr>
        <p:spPr>
          <a:xfrm>
            <a:off x="4623144" y="1403928"/>
            <a:ext cx="2340900" cy="2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sISTEMA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SCONTI</a:t>
            </a:r>
            <a:endParaRPr/>
          </a:p>
        </p:txBody>
      </p:sp>
      <p:sp>
        <p:nvSpPr>
          <p:cNvPr id="553" name="Google Shape;553;p70"/>
          <p:cNvSpPr txBox="1"/>
          <p:nvPr>
            <p:ph idx="7" type="title"/>
          </p:nvPr>
        </p:nvSpPr>
        <p:spPr>
          <a:xfrm>
            <a:off x="2179558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3</a:t>
            </a:r>
            <a:endParaRPr/>
          </a:p>
        </p:txBody>
      </p:sp>
      <p:sp>
        <p:nvSpPr>
          <p:cNvPr id="554" name="Google Shape;554;p70"/>
          <p:cNvSpPr txBox="1"/>
          <p:nvPr>
            <p:ph idx="8" type="subTitle"/>
          </p:nvPr>
        </p:nvSpPr>
        <p:spPr>
          <a:xfrm>
            <a:off x="2179558" y="40197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SEZIONE RIMANENZE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MAGAZZINI</a:t>
            </a:r>
            <a:endParaRPr/>
          </a:p>
        </p:txBody>
      </p:sp>
      <p:sp>
        <p:nvSpPr>
          <p:cNvPr id="555" name="Google Shape;555;p70"/>
          <p:cNvSpPr txBox="1"/>
          <p:nvPr>
            <p:ph idx="13" type="title"/>
          </p:nvPr>
        </p:nvSpPr>
        <p:spPr>
          <a:xfrm>
            <a:off x="4623144" y="3241327"/>
            <a:ext cx="23409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56" name="Google Shape;556;p70"/>
          <p:cNvSpPr txBox="1"/>
          <p:nvPr>
            <p:ph idx="14" type="subTitle"/>
          </p:nvPr>
        </p:nvSpPr>
        <p:spPr>
          <a:xfrm>
            <a:off x="4623144" y="4019706"/>
            <a:ext cx="23409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SDK PER AZIENDE</a:t>
            </a:r>
            <a:br>
              <a:rPr lang="en"/>
            </a:br>
            <a:r>
              <a:rPr lang="en"/>
              <a:t>PER I PROPRI MINIGIOCHI</a:t>
            </a:r>
            <a:endParaRPr/>
          </a:p>
        </p:txBody>
      </p:sp>
      <p:pic>
        <p:nvPicPr>
          <p:cNvPr id="557" name="Google Shape;55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5000" y="139088"/>
            <a:ext cx="1382925" cy="13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 Marketing by Slidesgo XL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00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21212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